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JASO Sans Bold" charset="1" panose="020E0002060000000900"/>
      <p:regular r:id="rId17"/>
    </p:embeddedFont>
    <p:embeddedFont>
      <p:font typeface="JASO Sans" charset="1" panose="020E0002060000000900"/>
      <p:regular r:id="rId18"/>
    </p:embeddedFont>
    <p:embeddedFont>
      <p:font typeface="Montserrat Semi-Bold" charset="1" panose="00000700000000000000"/>
      <p:regular r:id="rId19"/>
    </p:embeddedFont>
    <p:embeddedFont>
      <p:font typeface="Egyptian Slate" charset="1" panose="02060504040202020204"/>
      <p:regular r:id="rId20"/>
    </p:embeddedFont>
    <p:embeddedFont>
      <p:font typeface="Tlab 돋움 미디움" charset="1" panose="02060600000000000000"/>
      <p:regular r:id="rId21"/>
    </p:embeddedFont>
    <p:embeddedFont>
      <p:font typeface="Tlab 돋움 레귤러 Bold" charset="1" panose="02060800000000000000"/>
      <p:regular r:id="rId22"/>
    </p:embeddedFont>
    <p:embeddedFont>
      <p:font typeface="Tlab 돋움 레귤러" charset="1" panose="0206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24181" r="0" b="-241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16508" y="1625218"/>
            <a:ext cx="9454985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2499" spc="-52">
                <a:solidFill>
                  <a:srgbClr val="24242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우리는 단순한 공급자가 아니라,</a:t>
            </a:r>
          </a:p>
          <a:p>
            <a:pPr algn="ctr">
              <a:lnSpc>
                <a:spcPts val="3999"/>
              </a:lnSpc>
            </a:pPr>
            <a:r>
              <a:rPr lang="en-US" b="true" sz="2499" spc="-52">
                <a:solidFill>
                  <a:srgbClr val="24242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b="true" sz="2499" spc="-52">
                <a:solidFill>
                  <a:srgbClr val="24242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고객의 니즈를 함께 고민하고 실행하는 </a:t>
            </a:r>
            <a:r>
              <a:rPr lang="en-US" b="true" sz="2499" spc="-52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실행 중심 파트너</a:t>
            </a:r>
            <a:r>
              <a:rPr lang="en-US" b="true" sz="2499" spc="-52">
                <a:solidFill>
                  <a:srgbClr val="24242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입니다.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18989" y="3028098"/>
            <a:ext cx="705002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spc="-31">
                <a:solidFill>
                  <a:srgbClr val="242424">
                    <a:alpha val="49804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기술과 감각, 그리고 실행력을 모두 갖춘 팀으로 중심의 결과를 만들어냅니다.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22844" y="889794"/>
            <a:ext cx="284231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 spc="-31">
                <a:solidFill>
                  <a:srgbClr val="4E83F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OUR STRENGTHS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8165" y="4823215"/>
            <a:ext cx="4238298" cy="4479772"/>
            <a:chOff x="0" y="0"/>
            <a:chExt cx="1116260" cy="1179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6260" cy="1179858"/>
            </a:xfrm>
            <a:custGeom>
              <a:avLst/>
              <a:gdLst/>
              <a:ahLst/>
              <a:cxnLst/>
              <a:rect r="r" b="b" t="t" l="l"/>
              <a:pathLst>
                <a:path h="1179858" w="1116260">
                  <a:moveTo>
                    <a:pt x="32880" y="0"/>
                  </a:moveTo>
                  <a:lnTo>
                    <a:pt x="1083380" y="0"/>
                  </a:lnTo>
                  <a:cubicBezTo>
                    <a:pt x="1092100" y="0"/>
                    <a:pt x="1100463" y="3464"/>
                    <a:pt x="1106629" y="9630"/>
                  </a:cubicBezTo>
                  <a:cubicBezTo>
                    <a:pt x="1112796" y="15796"/>
                    <a:pt x="1116260" y="24160"/>
                    <a:pt x="1116260" y="32880"/>
                  </a:cubicBezTo>
                  <a:lnTo>
                    <a:pt x="1116260" y="1146978"/>
                  </a:lnTo>
                  <a:cubicBezTo>
                    <a:pt x="1116260" y="1165137"/>
                    <a:pt x="1101539" y="1179858"/>
                    <a:pt x="1083380" y="1179858"/>
                  </a:cubicBezTo>
                  <a:lnTo>
                    <a:pt x="32880" y="1179858"/>
                  </a:lnTo>
                  <a:cubicBezTo>
                    <a:pt x="24160" y="1179858"/>
                    <a:pt x="15796" y="1176394"/>
                    <a:pt x="9630" y="1170227"/>
                  </a:cubicBezTo>
                  <a:cubicBezTo>
                    <a:pt x="3464" y="1164061"/>
                    <a:pt x="0" y="1155698"/>
                    <a:pt x="0" y="1146978"/>
                  </a:cubicBezTo>
                  <a:lnTo>
                    <a:pt x="0" y="32880"/>
                  </a:lnTo>
                  <a:cubicBezTo>
                    <a:pt x="0" y="14721"/>
                    <a:pt x="14721" y="0"/>
                    <a:pt x="32880" y="0"/>
                  </a:cubicBezTo>
                  <a:close/>
                </a:path>
              </a:pathLst>
            </a:custGeom>
            <a:solidFill>
              <a:srgbClr val="D9D9D9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16260" cy="1208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98930" y="5170692"/>
            <a:ext cx="1824399" cy="531864"/>
            <a:chOff x="0" y="0"/>
            <a:chExt cx="495497" cy="1444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5497" cy="144452"/>
            </a:xfrm>
            <a:custGeom>
              <a:avLst/>
              <a:gdLst/>
              <a:ahLst/>
              <a:cxnLst/>
              <a:rect r="r" b="b" t="t" l="l"/>
              <a:pathLst>
                <a:path h="144452" w="495497">
                  <a:moveTo>
                    <a:pt x="42435" y="0"/>
                  </a:moveTo>
                  <a:lnTo>
                    <a:pt x="453062" y="0"/>
                  </a:lnTo>
                  <a:cubicBezTo>
                    <a:pt x="464316" y="0"/>
                    <a:pt x="475110" y="4471"/>
                    <a:pt x="483068" y="12429"/>
                  </a:cubicBezTo>
                  <a:cubicBezTo>
                    <a:pt x="491026" y="20387"/>
                    <a:pt x="495497" y="31181"/>
                    <a:pt x="495497" y="42435"/>
                  </a:cubicBezTo>
                  <a:lnTo>
                    <a:pt x="495497" y="102016"/>
                  </a:lnTo>
                  <a:cubicBezTo>
                    <a:pt x="495497" y="125453"/>
                    <a:pt x="476498" y="144452"/>
                    <a:pt x="453062" y="144452"/>
                  </a:cubicBezTo>
                  <a:lnTo>
                    <a:pt x="42435" y="144452"/>
                  </a:lnTo>
                  <a:cubicBezTo>
                    <a:pt x="31181" y="144452"/>
                    <a:pt x="20387" y="139981"/>
                    <a:pt x="12429" y="132023"/>
                  </a:cubicBezTo>
                  <a:cubicBezTo>
                    <a:pt x="4471" y="124064"/>
                    <a:pt x="0" y="113271"/>
                    <a:pt x="0" y="102016"/>
                  </a:cubicBezTo>
                  <a:lnTo>
                    <a:pt x="0" y="42435"/>
                  </a:lnTo>
                  <a:cubicBezTo>
                    <a:pt x="0" y="31181"/>
                    <a:pt x="4471" y="20387"/>
                    <a:pt x="12429" y="12429"/>
                  </a:cubicBezTo>
                  <a:cubicBezTo>
                    <a:pt x="20387" y="4471"/>
                    <a:pt x="31181" y="0"/>
                    <a:pt x="42435" y="0"/>
                  </a:cubicBezTo>
                  <a:close/>
                </a:path>
              </a:pathLst>
            </a:custGeom>
            <a:solidFill>
              <a:srgbClr val="4E83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95497" cy="163502"/>
            </a:xfrm>
            <a:prstGeom prst="rect">
              <a:avLst/>
            </a:prstGeom>
          </p:spPr>
          <p:txBody>
            <a:bodyPr anchor="ctr" rtlCol="false" tIns="55739" lIns="55739" bIns="55739" rIns="55739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94436" y="5834526"/>
            <a:ext cx="334508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사용자</a:t>
            </a: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 경험이 매출로 이어지도록, </a:t>
            </a:r>
          </a:p>
          <a:p>
            <a:pPr algn="just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숫자로 검증합니다.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90491" y="7250136"/>
            <a:ext cx="6389344" cy="2052851"/>
            <a:chOff x="0" y="0"/>
            <a:chExt cx="1682790" cy="5406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2790" cy="540669"/>
            </a:xfrm>
            <a:custGeom>
              <a:avLst/>
              <a:gdLst/>
              <a:ahLst/>
              <a:cxnLst/>
              <a:rect r="r" b="b" t="t" l="l"/>
              <a:pathLst>
                <a:path h="540669" w="1682790">
                  <a:moveTo>
                    <a:pt x="21810" y="0"/>
                  </a:moveTo>
                  <a:lnTo>
                    <a:pt x="1660980" y="0"/>
                  </a:lnTo>
                  <a:cubicBezTo>
                    <a:pt x="1673025" y="0"/>
                    <a:pt x="1682790" y="9765"/>
                    <a:pt x="1682790" y="21810"/>
                  </a:cubicBezTo>
                  <a:lnTo>
                    <a:pt x="1682790" y="518858"/>
                  </a:lnTo>
                  <a:cubicBezTo>
                    <a:pt x="1682790" y="530904"/>
                    <a:pt x="1673025" y="540669"/>
                    <a:pt x="1660980" y="540669"/>
                  </a:cubicBezTo>
                  <a:lnTo>
                    <a:pt x="21810" y="540669"/>
                  </a:lnTo>
                  <a:cubicBezTo>
                    <a:pt x="9765" y="540669"/>
                    <a:pt x="0" y="530904"/>
                    <a:pt x="0" y="518858"/>
                  </a:cubicBezTo>
                  <a:lnTo>
                    <a:pt x="0" y="21810"/>
                  </a:lnTo>
                  <a:cubicBezTo>
                    <a:pt x="0" y="9765"/>
                    <a:pt x="9765" y="0"/>
                    <a:pt x="21810" y="0"/>
                  </a:cubicBezTo>
                  <a:close/>
                </a:path>
              </a:pathLst>
            </a:custGeom>
            <a:solidFill>
              <a:srgbClr val="D9D9D9">
                <a:alpha val="2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682790" cy="569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66536" y="8310725"/>
            <a:ext cx="49167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개발과 디자인</a:t>
            </a: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 사이에서 단절되지 않는 결과물을 만듭니다.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94436" y="5234694"/>
            <a:ext cx="163338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1800" spc="-3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성과 기반 UX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47393" y="4823215"/>
            <a:ext cx="4238298" cy="4479772"/>
            <a:chOff x="0" y="0"/>
            <a:chExt cx="1116260" cy="11798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6260" cy="1179858"/>
            </a:xfrm>
            <a:custGeom>
              <a:avLst/>
              <a:gdLst/>
              <a:ahLst/>
              <a:cxnLst/>
              <a:rect r="r" b="b" t="t" l="l"/>
              <a:pathLst>
                <a:path h="1179858" w="1116260">
                  <a:moveTo>
                    <a:pt x="32880" y="0"/>
                  </a:moveTo>
                  <a:lnTo>
                    <a:pt x="1083380" y="0"/>
                  </a:lnTo>
                  <a:cubicBezTo>
                    <a:pt x="1092100" y="0"/>
                    <a:pt x="1100463" y="3464"/>
                    <a:pt x="1106629" y="9630"/>
                  </a:cubicBezTo>
                  <a:cubicBezTo>
                    <a:pt x="1112796" y="15796"/>
                    <a:pt x="1116260" y="24160"/>
                    <a:pt x="1116260" y="32880"/>
                  </a:cubicBezTo>
                  <a:lnTo>
                    <a:pt x="1116260" y="1146978"/>
                  </a:lnTo>
                  <a:cubicBezTo>
                    <a:pt x="1116260" y="1165137"/>
                    <a:pt x="1101539" y="1179858"/>
                    <a:pt x="1083380" y="1179858"/>
                  </a:cubicBezTo>
                  <a:lnTo>
                    <a:pt x="32880" y="1179858"/>
                  </a:lnTo>
                  <a:cubicBezTo>
                    <a:pt x="24160" y="1179858"/>
                    <a:pt x="15796" y="1176394"/>
                    <a:pt x="9630" y="1170227"/>
                  </a:cubicBezTo>
                  <a:cubicBezTo>
                    <a:pt x="3464" y="1164061"/>
                    <a:pt x="0" y="1155698"/>
                    <a:pt x="0" y="1146978"/>
                  </a:cubicBezTo>
                  <a:lnTo>
                    <a:pt x="0" y="32880"/>
                  </a:lnTo>
                  <a:cubicBezTo>
                    <a:pt x="0" y="14721"/>
                    <a:pt x="14721" y="0"/>
                    <a:pt x="32880" y="0"/>
                  </a:cubicBezTo>
                  <a:close/>
                </a:path>
              </a:pathLst>
            </a:custGeom>
            <a:solidFill>
              <a:srgbClr val="D9D9D9">
                <a:alpha val="2980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116260" cy="1208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90491" y="4778528"/>
            <a:ext cx="6389344" cy="2052851"/>
            <a:chOff x="0" y="0"/>
            <a:chExt cx="1682790" cy="5406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82790" cy="540669"/>
            </a:xfrm>
            <a:custGeom>
              <a:avLst/>
              <a:gdLst/>
              <a:ahLst/>
              <a:cxnLst/>
              <a:rect r="r" b="b" t="t" l="l"/>
              <a:pathLst>
                <a:path h="540669" w="1682790">
                  <a:moveTo>
                    <a:pt x="21810" y="0"/>
                  </a:moveTo>
                  <a:lnTo>
                    <a:pt x="1660980" y="0"/>
                  </a:lnTo>
                  <a:cubicBezTo>
                    <a:pt x="1673025" y="0"/>
                    <a:pt x="1682790" y="9765"/>
                    <a:pt x="1682790" y="21810"/>
                  </a:cubicBezTo>
                  <a:lnTo>
                    <a:pt x="1682790" y="518858"/>
                  </a:lnTo>
                  <a:cubicBezTo>
                    <a:pt x="1682790" y="530904"/>
                    <a:pt x="1673025" y="540669"/>
                    <a:pt x="1660980" y="540669"/>
                  </a:cubicBezTo>
                  <a:lnTo>
                    <a:pt x="21810" y="540669"/>
                  </a:lnTo>
                  <a:cubicBezTo>
                    <a:pt x="9765" y="540669"/>
                    <a:pt x="0" y="530904"/>
                    <a:pt x="0" y="518858"/>
                  </a:cubicBezTo>
                  <a:lnTo>
                    <a:pt x="0" y="21810"/>
                  </a:lnTo>
                  <a:cubicBezTo>
                    <a:pt x="0" y="9765"/>
                    <a:pt x="9765" y="0"/>
                    <a:pt x="21810" y="0"/>
                  </a:cubicBezTo>
                  <a:close/>
                </a:path>
              </a:pathLst>
            </a:custGeom>
            <a:solidFill>
              <a:srgbClr val="D9D9D9">
                <a:alpha val="2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682790" cy="569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66536" y="5834526"/>
            <a:ext cx="49167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다양한 프로그램으로 실시간</a:t>
            </a: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 대응합니다.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41915" y="5834526"/>
            <a:ext cx="347463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표면</a:t>
            </a: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이 아닌 구조를 개선합니다</a:t>
            </a:r>
          </a:p>
          <a:p>
            <a:pPr algn="just">
              <a:lnSpc>
                <a:spcPts val="2400"/>
              </a:lnSpc>
            </a:pPr>
            <a:r>
              <a:rPr lang="en-US" sz="1500" spc="-31">
                <a:solidFill>
                  <a:srgbClr val="242424"/>
                </a:solidFill>
                <a:latin typeface="JASO Sans"/>
                <a:ea typeface="JASO Sans"/>
                <a:cs typeface="JASO Sans"/>
                <a:sym typeface="JASO Sans"/>
              </a:rPr>
              <a:t>핵심 흐름부터 다시 설계합니다.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327932" y="5170692"/>
            <a:ext cx="1824399" cy="531864"/>
            <a:chOff x="0" y="0"/>
            <a:chExt cx="495497" cy="1444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497" cy="144452"/>
            </a:xfrm>
            <a:custGeom>
              <a:avLst/>
              <a:gdLst/>
              <a:ahLst/>
              <a:cxnLst/>
              <a:rect r="r" b="b" t="t" l="l"/>
              <a:pathLst>
                <a:path h="144452" w="495497">
                  <a:moveTo>
                    <a:pt x="42435" y="0"/>
                  </a:moveTo>
                  <a:lnTo>
                    <a:pt x="453062" y="0"/>
                  </a:lnTo>
                  <a:cubicBezTo>
                    <a:pt x="464316" y="0"/>
                    <a:pt x="475110" y="4471"/>
                    <a:pt x="483068" y="12429"/>
                  </a:cubicBezTo>
                  <a:cubicBezTo>
                    <a:pt x="491026" y="20387"/>
                    <a:pt x="495497" y="31181"/>
                    <a:pt x="495497" y="42435"/>
                  </a:cubicBezTo>
                  <a:lnTo>
                    <a:pt x="495497" y="102016"/>
                  </a:lnTo>
                  <a:cubicBezTo>
                    <a:pt x="495497" y="125453"/>
                    <a:pt x="476498" y="144452"/>
                    <a:pt x="453062" y="144452"/>
                  </a:cubicBezTo>
                  <a:lnTo>
                    <a:pt x="42435" y="144452"/>
                  </a:lnTo>
                  <a:cubicBezTo>
                    <a:pt x="31181" y="144452"/>
                    <a:pt x="20387" y="139981"/>
                    <a:pt x="12429" y="132023"/>
                  </a:cubicBezTo>
                  <a:cubicBezTo>
                    <a:pt x="4471" y="124064"/>
                    <a:pt x="0" y="113271"/>
                    <a:pt x="0" y="102016"/>
                  </a:cubicBezTo>
                  <a:lnTo>
                    <a:pt x="0" y="42435"/>
                  </a:lnTo>
                  <a:cubicBezTo>
                    <a:pt x="0" y="31181"/>
                    <a:pt x="4471" y="20387"/>
                    <a:pt x="12429" y="12429"/>
                  </a:cubicBezTo>
                  <a:cubicBezTo>
                    <a:pt x="20387" y="4471"/>
                    <a:pt x="31181" y="0"/>
                    <a:pt x="42435" y="0"/>
                  </a:cubicBezTo>
                  <a:close/>
                </a:path>
              </a:pathLst>
            </a:custGeom>
            <a:solidFill>
              <a:srgbClr val="4E83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95497" cy="163502"/>
            </a:xfrm>
            <a:prstGeom prst="rect">
              <a:avLst/>
            </a:prstGeom>
          </p:spPr>
          <p:txBody>
            <a:bodyPr anchor="ctr" rtlCol="false" tIns="55739" lIns="55739" bIns="55739" rIns="55739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71030" y="5126005"/>
            <a:ext cx="2257543" cy="531864"/>
            <a:chOff x="0" y="0"/>
            <a:chExt cx="613137" cy="1444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3137" cy="144452"/>
            </a:xfrm>
            <a:custGeom>
              <a:avLst/>
              <a:gdLst/>
              <a:ahLst/>
              <a:cxnLst/>
              <a:rect r="r" b="b" t="t" l="l"/>
              <a:pathLst>
                <a:path h="144452" w="613137">
                  <a:moveTo>
                    <a:pt x="34294" y="0"/>
                  </a:moveTo>
                  <a:lnTo>
                    <a:pt x="578843" y="0"/>
                  </a:lnTo>
                  <a:cubicBezTo>
                    <a:pt x="597783" y="0"/>
                    <a:pt x="613137" y="15354"/>
                    <a:pt x="613137" y="34294"/>
                  </a:cubicBezTo>
                  <a:lnTo>
                    <a:pt x="613137" y="110158"/>
                  </a:lnTo>
                  <a:cubicBezTo>
                    <a:pt x="613137" y="119253"/>
                    <a:pt x="609524" y="127976"/>
                    <a:pt x="603092" y="134407"/>
                  </a:cubicBezTo>
                  <a:cubicBezTo>
                    <a:pt x="596661" y="140839"/>
                    <a:pt x="587938" y="144452"/>
                    <a:pt x="578843" y="144452"/>
                  </a:cubicBezTo>
                  <a:lnTo>
                    <a:pt x="34294" y="144452"/>
                  </a:lnTo>
                  <a:cubicBezTo>
                    <a:pt x="25198" y="144452"/>
                    <a:pt x="16476" y="140839"/>
                    <a:pt x="10044" y="134407"/>
                  </a:cubicBezTo>
                  <a:cubicBezTo>
                    <a:pt x="3613" y="127976"/>
                    <a:pt x="0" y="119253"/>
                    <a:pt x="0" y="110158"/>
                  </a:cubicBezTo>
                  <a:lnTo>
                    <a:pt x="0" y="34294"/>
                  </a:lnTo>
                  <a:cubicBezTo>
                    <a:pt x="0" y="25198"/>
                    <a:pt x="3613" y="16476"/>
                    <a:pt x="10044" y="10044"/>
                  </a:cubicBezTo>
                  <a:cubicBezTo>
                    <a:pt x="16476" y="3613"/>
                    <a:pt x="25198" y="0"/>
                    <a:pt x="34294" y="0"/>
                  </a:cubicBezTo>
                  <a:close/>
                </a:path>
              </a:pathLst>
            </a:custGeom>
            <a:solidFill>
              <a:srgbClr val="4E83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13137" cy="163502"/>
            </a:xfrm>
            <a:prstGeom prst="rect">
              <a:avLst/>
            </a:prstGeom>
          </p:spPr>
          <p:txBody>
            <a:bodyPr anchor="ctr" rtlCol="false" tIns="55739" lIns="55739" bIns="55739" rIns="55739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71030" y="7607411"/>
            <a:ext cx="2257543" cy="531864"/>
            <a:chOff x="0" y="0"/>
            <a:chExt cx="613137" cy="144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3137" cy="144452"/>
            </a:xfrm>
            <a:custGeom>
              <a:avLst/>
              <a:gdLst/>
              <a:ahLst/>
              <a:cxnLst/>
              <a:rect r="r" b="b" t="t" l="l"/>
              <a:pathLst>
                <a:path h="144452" w="613137">
                  <a:moveTo>
                    <a:pt x="34294" y="0"/>
                  </a:moveTo>
                  <a:lnTo>
                    <a:pt x="578843" y="0"/>
                  </a:lnTo>
                  <a:cubicBezTo>
                    <a:pt x="597783" y="0"/>
                    <a:pt x="613137" y="15354"/>
                    <a:pt x="613137" y="34294"/>
                  </a:cubicBezTo>
                  <a:lnTo>
                    <a:pt x="613137" y="110158"/>
                  </a:lnTo>
                  <a:cubicBezTo>
                    <a:pt x="613137" y="119253"/>
                    <a:pt x="609524" y="127976"/>
                    <a:pt x="603092" y="134407"/>
                  </a:cubicBezTo>
                  <a:cubicBezTo>
                    <a:pt x="596661" y="140839"/>
                    <a:pt x="587938" y="144452"/>
                    <a:pt x="578843" y="144452"/>
                  </a:cubicBezTo>
                  <a:lnTo>
                    <a:pt x="34294" y="144452"/>
                  </a:lnTo>
                  <a:cubicBezTo>
                    <a:pt x="25198" y="144452"/>
                    <a:pt x="16476" y="140839"/>
                    <a:pt x="10044" y="134407"/>
                  </a:cubicBezTo>
                  <a:cubicBezTo>
                    <a:pt x="3613" y="127976"/>
                    <a:pt x="0" y="119253"/>
                    <a:pt x="0" y="110158"/>
                  </a:cubicBezTo>
                  <a:lnTo>
                    <a:pt x="0" y="34294"/>
                  </a:lnTo>
                  <a:cubicBezTo>
                    <a:pt x="0" y="25198"/>
                    <a:pt x="3613" y="16476"/>
                    <a:pt x="10044" y="10044"/>
                  </a:cubicBezTo>
                  <a:cubicBezTo>
                    <a:pt x="16476" y="3613"/>
                    <a:pt x="25198" y="0"/>
                    <a:pt x="34294" y="0"/>
                  </a:cubicBezTo>
                  <a:close/>
                </a:path>
              </a:pathLst>
            </a:custGeom>
            <a:solidFill>
              <a:srgbClr val="4E8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13137" cy="163502"/>
            </a:xfrm>
            <a:prstGeom prst="rect">
              <a:avLst/>
            </a:prstGeom>
          </p:spPr>
          <p:txBody>
            <a:bodyPr anchor="ctr" rtlCol="false" tIns="55739" lIns="55739" bIns="55739" rIns="55739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423437" y="5234694"/>
            <a:ext cx="163338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1800" spc="-3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문제 해결 중심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18783" y="5190007"/>
            <a:ext cx="216203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1800" spc="-3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빠르고 유연한 협업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18783" y="7671413"/>
            <a:ext cx="216203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b="true" sz="1800" spc="-37">
                <a:solidFill>
                  <a:srgbClr val="FFFFF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기술 + 브랜딩 통합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327932" y="6838432"/>
            <a:ext cx="3488618" cy="949314"/>
            <a:chOff x="0" y="0"/>
            <a:chExt cx="918813" cy="2500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8813" cy="250025"/>
            </a:xfrm>
            <a:custGeom>
              <a:avLst/>
              <a:gdLst/>
              <a:ahLst/>
              <a:cxnLst/>
              <a:rect r="r" b="b" t="t" l="l"/>
              <a:pathLst>
                <a:path h="250025" w="918813">
                  <a:moveTo>
                    <a:pt x="39945" y="0"/>
                  </a:moveTo>
                  <a:lnTo>
                    <a:pt x="878867" y="0"/>
                  </a:lnTo>
                  <a:cubicBezTo>
                    <a:pt x="900929" y="0"/>
                    <a:pt x="918813" y="17884"/>
                    <a:pt x="918813" y="39945"/>
                  </a:cubicBezTo>
                  <a:lnTo>
                    <a:pt x="918813" y="210080"/>
                  </a:lnTo>
                  <a:cubicBezTo>
                    <a:pt x="918813" y="232141"/>
                    <a:pt x="900929" y="250025"/>
                    <a:pt x="878867" y="250025"/>
                  </a:cubicBezTo>
                  <a:lnTo>
                    <a:pt x="39945" y="250025"/>
                  </a:lnTo>
                  <a:cubicBezTo>
                    <a:pt x="17884" y="250025"/>
                    <a:pt x="0" y="232141"/>
                    <a:pt x="0" y="210080"/>
                  </a:cubicBezTo>
                  <a:lnTo>
                    <a:pt x="0" y="39945"/>
                  </a:lnTo>
                  <a:cubicBezTo>
                    <a:pt x="0" y="17884"/>
                    <a:pt x="17884" y="0"/>
                    <a:pt x="399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8813" cy="27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39741" y="7983258"/>
            <a:ext cx="3488618" cy="949314"/>
            <a:chOff x="0" y="0"/>
            <a:chExt cx="918813" cy="2500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8813" cy="250025"/>
            </a:xfrm>
            <a:custGeom>
              <a:avLst/>
              <a:gdLst/>
              <a:ahLst/>
              <a:cxnLst/>
              <a:rect r="r" b="b" t="t" l="l"/>
              <a:pathLst>
                <a:path h="250025" w="918813">
                  <a:moveTo>
                    <a:pt x="39945" y="0"/>
                  </a:moveTo>
                  <a:lnTo>
                    <a:pt x="878867" y="0"/>
                  </a:lnTo>
                  <a:cubicBezTo>
                    <a:pt x="900929" y="0"/>
                    <a:pt x="918813" y="17884"/>
                    <a:pt x="918813" y="39945"/>
                  </a:cubicBezTo>
                  <a:lnTo>
                    <a:pt x="918813" y="210080"/>
                  </a:lnTo>
                  <a:cubicBezTo>
                    <a:pt x="918813" y="232141"/>
                    <a:pt x="900929" y="250025"/>
                    <a:pt x="878867" y="250025"/>
                  </a:cubicBezTo>
                  <a:lnTo>
                    <a:pt x="39945" y="250025"/>
                  </a:lnTo>
                  <a:cubicBezTo>
                    <a:pt x="17884" y="250025"/>
                    <a:pt x="0" y="232141"/>
                    <a:pt x="0" y="210080"/>
                  </a:cubicBezTo>
                  <a:lnTo>
                    <a:pt x="0" y="39945"/>
                  </a:lnTo>
                  <a:cubicBezTo>
                    <a:pt x="0" y="17884"/>
                    <a:pt x="17884" y="0"/>
                    <a:pt x="399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8813" cy="27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49852" y="6295536"/>
            <a:ext cx="2834255" cy="3155612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2981579" y="7671916"/>
            <a:ext cx="1170801" cy="23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b="true" sz="1300" spc="-27">
                <a:solidFill>
                  <a:srgbClr val="242424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만족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981579" y="7786850"/>
            <a:ext cx="11708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3000" spc="-63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94%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04109" y="7053726"/>
            <a:ext cx="26778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UI/UX,</a:t>
            </a: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기술 스택, 운영 효율성까지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연결된 흐름으로 접근합니다.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04109" y="8167850"/>
            <a:ext cx="218598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겉으로</a:t>
            </a: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보이는 증상이 아닌, 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500" spc="-31">
                <a:solidFill>
                  <a:srgbClr val="4E83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구조적인 원인을 파악합니다.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7788" y="1394920"/>
            <a:ext cx="2492425" cy="86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5"/>
              </a:lnSpc>
              <a:spcBef>
                <a:spcPct val="0"/>
              </a:spcBef>
            </a:pPr>
            <a:r>
              <a:rPr lang="en-US" sz="5032" strike="noStrike" u="none">
                <a:solidFill>
                  <a:srgbClr val="000000"/>
                </a:solidFill>
                <a:latin typeface="Egyptian Slate"/>
                <a:ea typeface="Egyptian Slate"/>
                <a:cs typeface="Egyptian Slate"/>
                <a:sym typeface="Egyptian Slate"/>
              </a:rPr>
              <a:t>Contents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212660" y="5530086"/>
          <a:ext cx="13853154" cy="2797222"/>
        </p:xfrm>
        <a:graphic>
          <a:graphicData uri="http://schemas.openxmlformats.org/drawingml/2006/table">
            <a:tbl>
              <a:tblPr/>
              <a:tblGrid>
                <a:gridCol w="4617718"/>
                <a:gridCol w="4617718"/>
                <a:gridCol w="4617718"/>
              </a:tblGrid>
              <a:tr h="13986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01.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프로젝트 개요</a:t>
                      </a:r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02.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시장분석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03. 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솔루션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86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04.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마케팅 및 관리</a:t>
                      </a:r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05.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운영계획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06.</a:t>
                      </a:r>
                      <a:endParaRPr lang="en-US" sz="1100"/>
                    </a:p>
                    <a:p>
                      <a:pPr algn="ctr">
                        <a:lnSpc>
                          <a:spcPts val="2918"/>
                        </a:lnSpc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결론 및 향후계획</a:t>
                      </a:r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7B7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8003522" y="2886119"/>
            <a:ext cx="2276193" cy="1891309"/>
          </a:xfrm>
          <a:custGeom>
            <a:avLst/>
            <a:gdLst/>
            <a:ahLst/>
            <a:cxnLst/>
            <a:rect r="r" b="b" t="t" l="l"/>
            <a:pathLst>
              <a:path h="1891309" w="2276193">
                <a:moveTo>
                  <a:pt x="0" y="0"/>
                </a:moveTo>
                <a:lnTo>
                  <a:pt x="2276193" y="0"/>
                </a:lnTo>
                <a:lnTo>
                  <a:pt x="2276193" y="1891309"/>
                </a:lnTo>
                <a:lnTo>
                  <a:pt x="0" y="189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601387" y="4164724"/>
            <a:ext cx="13277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601387" y="6949346"/>
            <a:ext cx="1337768" cy="1380683"/>
            <a:chOff x="0" y="0"/>
            <a:chExt cx="509971" cy="526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48201" y="6949346"/>
            <a:ext cx="1337768" cy="1380683"/>
            <a:chOff x="0" y="0"/>
            <a:chExt cx="509971" cy="526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94371" y="7251631"/>
            <a:ext cx="764960" cy="764960"/>
          </a:xfrm>
          <a:custGeom>
            <a:avLst/>
            <a:gdLst/>
            <a:ahLst/>
            <a:cxnLst/>
            <a:rect r="r" b="b" t="t" l="l"/>
            <a:pathLst>
              <a:path h="764960" w="764960">
                <a:moveTo>
                  <a:pt x="0" y="0"/>
                </a:moveTo>
                <a:lnTo>
                  <a:pt x="764960" y="0"/>
                </a:lnTo>
                <a:lnTo>
                  <a:pt x="764960" y="764960"/>
                </a:lnTo>
                <a:lnTo>
                  <a:pt x="0" y="76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601387" y="2713873"/>
            <a:ext cx="3355305" cy="50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2"/>
              </a:lnSpc>
              <a:spcBef>
                <a:spcPct val="0"/>
              </a:spcBef>
            </a:pPr>
            <a:r>
              <a:rPr lang="en-US" b="true" sz="2937" spc="-155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1387" y="3353437"/>
            <a:ext cx="7650410" cy="3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178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1387" y="4548080"/>
            <a:ext cx="8286673" cy="176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  이 곳에 원하는 내용을 자유롭게 채워 넣으세요. </a:t>
            </a: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4"/>
              </a:lnSpc>
              <a:spcBef>
                <a:spcPct val="0"/>
              </a:spcBef>
            </a:pPr>
            <a:r>
              <a:rPr lang="en-US" sz="1639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문장은 예시를 위한 더미 텍스트입니다. 이 곳에 원하는 내용을 자유롭게 채워 넣으세요. 이 곳에 원하는 내용을 자유롭게 채워 넣으세요.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95015" y="6949346"/>
            <a:ext cx="1337768" cy="1380683"/>
            <a:chOff x="0" y="0"/>
            <a:chExt cx="509971" cy="5263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9971" cy="526331"/>
            </a:xfrm>
            <a:custGeom>
              <a:avLst/>
              <a:gdLst/>
              <a:ahLst/>
              <a:cxnLst/>
              <a:rect r="r" b="b" t="t" l="l"/>
              <a:pathLst>
                <a:path h="526331" w="509971">
                  <a:moveTo>
                    <a:pt x="0" y="0"/>
                  </a:moveTo>
                  <a:lnTo>
                    <a:pt x="509971" y="0"/>
                  </a:lnTo>
                  <a:lnTo>
                    <a:pt x="509971" y="526331"/>
                  </a:lnTo>
                  <a:lnTo>
                    <a:pt x="0" y="5263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09971" cy="61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580162" y="7359673"/>
            <a:ext cx="673845" cy="548877"/>
          </a:xfrm>
          <a:custGeom>
            <a:avLst/>
            <a:gdLst/>
            <a:ahLst/>
            <a:cxnLst/>
            <a:rect r="r" b="b" t="t" l="l"/>
            <a:pathLst>
              <a:path h="548877" w="673845">
                <a:moveTo>
                  <a:pt x="0" y="0"/>
                </a:moveTo>
                <a:lnTo>
                  <a:pt x="673845" y="0"/>
                </a:lnTo>
                <a:lnTo>
                  <a:pt x="673845" y="548877"/>
                </a:lnTo>
                <a:lnTo>
                  <a:pt x="0" y="5488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247717" y="7322931"/>
            <a:ext cx="632363" cy="633515"/>
          </a:xfrm>
          <a:custGeom>
            <a:avLst/>
            <a:gdLst/>
            <a:ahLst/>
            <a:cxnLst/>
            <a:rect r="r" b="b" t="t" l="l"/>
            <a:pathLst>
              <a:path h="633515" w="632363">
                <a:moveTo>
                  <a:pt x="0" y="0"/>
                </a:moveTo>
                <a:lnTo>
                  <a:pt x="632363" y="0"/>
                </a:lnTo>
                <a:lnTo>
                  <a:pt x="632363" y="633514"/>
                </a:lnTo>
                <a:lnTo>
                  <a:pt x="0" y="633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2745435" y="5049100"/>
            <a:ext cx="3762813" cy="3359166"/>
          </a:xfrm>
          <a:custGeom>
            <a:avLst/>
            <a:gdLst/>
            <a:ahLst/>
            <a:cxnLst/>
            <a:rect r="r" b="b" t="t" l="l"/>
            <a:pathLst>
              <a:path h="3359166" w="3762813">
                <a:moveTo>
                  <a:pt x="0" y="0"/>
                </a:moveTo>
                <a:lnTo>
                  <a:pt x="3762813" y="0"/>
                </a:lnTo>
                <a:lnTo>
                  <a:pt x="3762813" y="3359166"/>
                </a:lnTo>
                <a:lnTo>
                  <a:pt x="0" y="33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개요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1864" y="5256870"/>
            <a:ext cx="933222" cy="933222"/>
          </a:xfrm>
          <a:custGeom>
            <a:avLst/>
            <a:gdLst/>
            <a:ahLst/>
            <a:cxnLst/>
            <a:rect r="r" b="b" t="t" l="l"/>
            <a:pathLst>
              <a:path h="933222" w="933222">
                <a:moveTo>
                  <a:pt x="0" y="0"/>
                </a:moveTo>
                <a:lnTo>
                  <a:pt x="933222" y="0"/>
                </a:lnTo>
                <a:lnTo>
                  <a:pt x="933222" y="933222"/>
                </a:lnTo>
                <a:lnTo>
                  <a:pt x="0" y="933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850286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08301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70593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2541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09391" y="5388676"/>
            <a:ext cx="822065" cy="669610"/>
          </a:xfrm>
          <a:custGeom>
            <a:avLst/>
            <a:gdLst/>
            <a:ahLst/>
            <a:cxnLst/>
            <a:rect r="r" b="b" t="t" l="l"/>
            <a:pathLst>
              <a:path h="669610" w="822065">
                <a:moveTo>
                  <a:pt x="0" y="0"/>
                </a:moveTo>
                <a:lnTo>
                  <a:pt x="822065" y="0"/>
                </a:lnTo>
                <a:lnTo>
                  <a:pt x="822065" y="669610"/>
                </a:lnTo>
                <a:lnTo>
                  <a:pt x="0" y="669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56642" y="5343852"/>
            <a:ext cx="771459" cy="772864"/>
          </a:xfrm>
          <a:custGeom>
            <a:avLst/>
            <a:gdLst/>
            <a:ahLst/>
            <a:cxnLst/>
            <a:rect r="r" b="b" t="t" l="l"/>
            <a:pathLst>
              <a:path h="772864" w="771459">
                <a:moveTo>
                  <a:pt x="0" y="0"/>
                </a:moveTo>
                <a:lnTo>
                  <a:pt x="771459" y="0"/>
                </a:lnTo>
                <a:lnTo>
                  <a:pt x="771459" y="772864"/>
                </a:lnTo>
                <a:lnTo>
                  <a:pt x="0" y="772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3330249" y="6691122"/>
            <a:ext cx="2224246" cy="36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1"/>
              </a:lnSpc>
              <a:spcBef>
                <a:spcPct val="0"/>
              </a:spcBef>
            </a:pPr>
            <a:r>
              <a:rPr lang="en-US" b="true" sz="2157" spc="-114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14489" y="7314340"/>
            <a:ext cx="3655765" cy="63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152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프로젝트 개요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056566" y="4164724"/>
            <a:ext cx="132771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6447" y="4768322"/>
            <a:ext cx="6191030" cy="205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  <a:r>
              <a:rPr lang="en-US" sz="1592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  이 곳에 원하는 내용을 자유롭게 채워 넣으세요. </a:t>
            </a:r>
          </a:p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02"/>
              </a:lnSpc>
              <a:spcBef>
                <a:spcPct val="0"/>
              </a:spcBef>
            </a:pPr>
            <a:r>
              <a:rPr lang="en-US" sz="1592" strike="noStrike" u="none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문장은 예시를 위한 더미 텍스트입니다. 이 곳에 원하는 내용을 자유롭게 채워 넣으세요. 이 곳에 원하는 내용을 자유롭게 채워 넣으세요.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62305" y="7333107"/>
            <a:ext cx="1463030" cy="626278"/>
            <a:chOff x="0" y="0"/>
            <a:chExt cx="591417" cy="253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51460" y="7333107"/>
            <a:ext cx="1463030" cy="626278"/>
            <a:chOff x="0" y="0"/>
            <a:chExt cx="591417" cy="253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38606" y="7333107"/>
            <a:ext cx="1463030" cy="626278"/>
            <a:chOff x="0" y="0"/>
            <a:chExt cx="591417" cy="253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1417" cy="253167"/>
            </a:xfrm>
            <a:custGeom>
              <a:avLst/>
              <a:gdLst/>
              <a:ahLst/>
              <a:cxnLst/>
              <a:rect r="r" b="b" t="t" l="l"/>
              <a:pathLst>
                <a:path h="253167" w="591417">
                  <a:moveTo>
                    <a:pt x="0" y="0"/>
                  </a:moveTo>
                  <a:lnTo>
                    <a:pt x="591417" y="0"/>
                  </a:lnTo>
                  <a:lnTo>
                    <a:pt x="591417" y="253167"/>
                  </a:lnTo>
                  <a:lnTo>
                    <a:pt x="0" y="25316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91417" cy="29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4"/>
                </a:lnSpc>
                <a:spcBef>
                  <a:spcPct val="0"/>
                </a:spcBef>
              </a:pPr>
              <a:r>
                <a:rPr lang="en-US" sz="1810" strike="noStrike" u="none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#키워드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702380" y="4338504"/>
            <a:ext cx="1265475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77542" y="3553516"/>
            <a:ext cx="7233946" cy="5008698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시장 분석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3651" y="3580130"/>
            <a:ext cx="4199652" cy="18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</a:t>
            </a: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이 곳에 원하는 내용을 자유롭게 채워 넣으세요.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2170" y="2890764"/>
            <a:ext cx="4975969" cy="5419159"/>
          </a:xfrm>
          <a:custGeom>
            <a:avLst/>
            <a:gdLst/>
            <a:ahLst/>
            <a:cxnLst/>
            <a:rect r="r" b="b" t="t" l="l"/>
            <a:pathLst>
              <a:path h="5419159" w="4975969">
                <a:moveTo>
                  <a:pt x="0" y="0"/>
                </a:moveTo>
                <a:lnTo>
                  <a:pt x="4975969" y="0"/>
                </a:lnTo>
                <a:lnTo>
                  <a:pt x="4975969" y="5419160"/>
                </a:lnTo>
                <a:lnTo>
                  <a:pt x="0" y="5419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216" t="0" r="-54216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33651" y="2824089"/>
            <a:ext cx="288577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3651" y="64760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3651" y="71139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933651" y="70043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33651" y="76422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933651" y="7751813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933651" y="8280176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시장 분석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842471" y="6168289"/>
            <a:ext cx="3088101" cy="2313269"/>
          </a:xfrm>
          <a:custGeom>
            <a:avLst/>
            <a:gdLst/>
            <a:ahLst/>
            <a:cxnLst/>
            <a:rect r="r" b="b" t="t" l="l"/>
            <a:pathLst>
              <a:path h="2313269" w="3088101">
                <a:moveTo>
                  <a:pt x="0" y="0"/>
                </a:moveTo>
                <a:lnTo>
                  <a:pt x="3088102" y="0"/>
                </a:lnTo>
                <a:lnTo>
                  <a:pt x="3088102" y="2313268"/>
                </a:lnTo>
                <a:lnTo>
                  <a:pt x="0" y="231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680371" y="4515833"/>
          <a:ext cx="11915516" cy="3698618"/>
        </p:xfrm>
        <a:graphic>
          <a:graphicData uri="http://schemas.openxmlformats.org/drawingml/2006/table">
            <a:tbl>
              <a:tblPr/>
              <a:tblGrid>
                <a:gridCol w="3085302"/>
                <a:gridCol w="3085302"/>
                <a:gridCol w="3085302"/>
                <a:gridCol w="2659609"/>
              </a:tblGrid>
              <a:tr h="616436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616436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구분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true">
                          <a:solidFill>
                            <a:srgbClr val="000000"/>
                          </a:solidFill>
                          <a:latin typeface="Tlab 돋움 레귤러 Bold"/>
                          <a:ea typeface="Tlab 돋움 레귤러 Bold"/>
                          <a:cs typeface="Tlab 돋움 레귤러 Bold"/>
                          <a:sym typeface="Tlab 돋움 레귤러 Bold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6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항목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내용을</a:t>
                      </a:r>
                      <a:r>
                        <a:rPr lang="en-US" sz="2084">
                          <a:solidFill>
                            <a:srgbClr val="000000"/>
                          </a:solidFill>
                          <a:latin typeface="Tlab 돋움 레귤러"/>
                          <a:ea typeface="Tlab 돋움 레귤러"/>
                          <a:cs typeface="Tlab 돋움 레귤러"/>
                          <a:sym typeface="Tlab 돋움 레귤러"/>
                        </a:rPr>
                        <a:t>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4970986" y="5901182"/>
            <a:ext cx="1829585" cy="2313269"/>
          </a:xfrm>
          <a:custGeom>
            <a:avLst/>
            <a:gdLst/>
            <a:ahLst/>
            <a:cxnLst/>
            <a:rect r="r" b="b" t="t" l="l"/>
            <a:pathLst>
              <a:path h="2313269" w="1829585">
                <a:moveTo>
                  <a:pt x="1829586" y="0"/>
                </a:moveTo>
                <a:lnTo>
                  <a:pt x="0" y="0"/>
                </a:lnTo>
                <a:lnTo>
                  <a:pt x="0" y="2313269"/>
                </a:lnTo>
                <a:lnTo>
                  <a:pt x="1829586" y="2313269"/>
                </a:lnTo>
                <a:lnTo>
                  <a:pt x="18295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03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솔루션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9371300" y="6832030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70" y="0"/>
                </a:lnTo>
                <a:lnTo>
                  <a:pt x="375270" y="561040"/>
                </a:lnTo>
                <a:lnTo>
                  <a:pt x="0" y="56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13411" y="7828822"/>
            <a:ext cx="6761352" cy="859095"/>
            <a:chOff x="0" y="0"/>
            <a:chExt cx="2036142" cy="258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6142" cy="258711"/>
            </a:xfrm>
            <a:custGeom>
              <a:avLst/>
              <a:gdLst/>
              <a:ahLst/>
              <a:cxnLst/>
              <a:rect r="r" b="b" t="t" l="l"/>
              <a:pathLst>
                <a:path h="258711" w="2036142">
                  <a:moveTo>
                    <a:pt x="0" y="0"/>
                  </a:moveTo>
                  <a:lnTo>
                    <a:pt x="2036142" y="0"/>
                  </a:lnTo>
                  <a:lnTo>
                    <a:pt x="2036142" y="258711"/>
                  </a:lnTo>
                  <a:lnTo>
                    <a:pt x="0" y="258711"/>
                  </a:lnTo>
                  <a:close/>
                </a:path>
              </a:pathLst>
            </a:custGeom>
            <a:solidFill>
              <a:srgbClr val="4260E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36142" cy="37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56"/>
                </a:lnSpc>
                <a:spcBef>
                  <a:spcPct val="0"/>
                </a:spcBef>
              </a:pPr>
              <a:r>
                <a:rPr lang="en-US" b="true" sz="2400" spc="-177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주제를 입력하세요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44623" y="4366130"/>
            <a:ext cx="4334513" cy="2125398"/>
            <a:chOff x="0" y="0"/>
            <a:chExt cx="1273927" cy="6246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91679" y="4366130"/>
            <a:ext cx="4334513" cy="2125398"/>
            <a:chOff x="0" y="0"/>
            <a:chExt cx="1273927" cy="6246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229084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6140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9084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6140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38734" y="4366130"/>
            <a:ext cx="4334513" cy="2125398"/>
            <a:chOff x="0" y="0"/>
            <a:chExt cx="1273927" cy="6246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3927" cy="624661"/>
            </a:xfrm>
            <a:custGeom>
              <a:avLst/>
              <a:gdLst/>
              <a:ahLst/>
              <a:cxnLst/>
              <a:rect r="r" b="b" t="t" l="l"/>
              <a:pathLst>
                <a:path h="624661" w="1273927">
                  <a:moveTo>
                    <a:pt x="0" y="0"/>
                  </a:moveTo>
                  <a:lnTo>
                    <a:pt x="1273927" y="0"/>
                  </a:lnTo>
                  <a:lnTo>
                    <a:pt x="1273927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73927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23195" y="5236252"/>
            <a:ext cx="3545212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23195" y="4720016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021463" y="6674914"/>
            <a:ext cx="3022361" cy="2077187"/>
          </a:xfrm>
          <a:custGeom>
            <a:avLst/>
            <a:gdLst/>
            <a:ahLst/>
            <a:cxnLst/>
            <a:rect r="r" b="b" t="t" l="l"/>
            <a:pathLst>
              <a:path h="2077187" w="3022361">
                <a:moveTo>
                  <a:pt x="0" y="0"/>
                </a:moveTo>
                <a:lnTo>
                  <a:pt x="3022362" y="0"/>
                </a:lnTo>
                <a:lnTo>
                  <a:pt x="3022362" y="2077187"/>
                </a:lnTo>
                <a:lnTo>
                  <a:pt x="0" y="2077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489773" y="1062460"/>
            <a:ext cx="304864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마케팅 및 관리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8691">
            <a:off x="11154470" y="5090494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69" y="0"/>
                </a:lnTo>
                <a:lnTo>
                  <a:pt x="375269" y="561039"/>
                </a:lnTo>
                <a:lnTo>
                  <a:pt x="0" y="56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15304" y="5090494"/>
            <a:ext cx="375269" cy="561040"/>
          </a:xfrm>
          <a:custGeom>
            <a:avLst/>
            <a:gdLst/>
            <a:ahLst/>
            <a:cxnLst/>
            <a:rect r="r" b="b" t="t" l="l"/>
            <a:pathLst>
              <a:path h="561040" w="375269">
                <a:moveTo>
                  <a:pt x="0" y="0"/>
                </a:moveTo>
                <a:lnTo>
                  <a:pt x="375270" y="0"/>
                </a:lnTo>
                <a:lnTo>
                  <a:pt x="375270" y="561039"/>
                </a:lnTo>
                <a:lnTo>
                  <a:pt x="0" y="561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66291" y="4334858"/>
            <a:ext cx="4629323" cy="2125398"/>
            <a:chOff x="0" y="0"/>
            <a:chExt cx="1360573" cy="6246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0573" cy="624661"/>
            </a:xfrm>
            <a:custGeom>
              <a:avLst/>
              <a:gdLst/>
              <a:ahLst/>
              <a:cxnLst/>
              <a:rect r="r" b="b" t="t" l="l"/>
              <a:pathLst>
                <a:path h="624661" w="1360573">
                  <a:moveTo>
                    <a:pt x="0" y="0"/>
                  </a:moveTo>
                  <a:lnTo>
                    <a:pt x="1360573" y="0"/>
                  </a:lnTo>
                  <a:lnTo>
                    <a:pt x="1360573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60573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44886" y="4334858"/>
            <a:ext cx="4629323" cy="2125398"/>
            <a:chOff x="0" y="0"/>
            <a:chExt cx="1360573" cy="6246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0573" cy="624661"/>
            </a:xfrm>
            <a:custGeom>
              <a:avLst/>
              <a:gdLst/>
              <a:ahLst/>
              <a:cxnLst/>
              <a:rect r="r" b="b" t="t" l="l"/>
              <a:pathLst>
                <a:path h="624661" w="1360573">
                  <a:moveTo>
                    <a:pt x="0" y="0"/>
                  </a:moveTo>
                  <a:lnTo>
                    <a:pt x="1360573" y="0"/>
                  </a:lnTo>
                  <a:lnTo>
                    <a:pt x="1360573" y="624661"/>
                  </a:lnTo>
                  <a:lnTo>
                    <a:pt x="0" y="6246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B6A6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60573" cy="67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6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561529" y="7136531"/>
          <a:ext cx="14112680" cy="877010"/>
        </p:xfrm>
        <a:graphic>
          <a:graphicData uri="http://schemas.openxmlformats.org/drawingml/2006/table">
            <a:tbl>
              <a:tblPr/>
              <a:tblGrid>
                <a:gridCol w="3528170"/>
                <a:gridCol w="3528170"/>
                <a:gridCol w="3528170"/>
                <a:gridCol w="3528170"/>
              </a:tblGrid>
              <a:tr h="7464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pc="18">
                          <a:solidFill>
                            <a:srgbClr val="000000"/>
                          </a:solidFill>
                          <a:latin typeface="Tlab 돋움 미디움"/>
                          <a:ea typeface="Tlab 돋움 미디움"/>
                          <a:cs typeface="Tlab 돋움 미디움"/>
                          <a:sym typeface="Tlab 돋움 미디움"/>
                        </a:rPr>
                        <a:t>항목을 입력하세요</a:t>
                      </a:r>
                      <a:endParaRPr lang="en-US" sz="1100"/>
                    </a:p>
                  </a:txBody>
                  <a:tcPr marL="9525" marR="9525" marT="9525" marB="9525" anchor="ctr">
                    <a:lnL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454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12652" y="5107179"/>
            <a:ext cx="3891048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12652" y="4688744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1247" y="5107179"/>
            <a:ext cx="3891048" cy="6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504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91247" y="4688744"/>
            <a:ext cx="3309333" cy="35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  <a:spcBef>
                <a:spcPct val="0"/>
              </a:spcBef>
            </a:pPr>
            <a:r>
              <a:rPr lang="en-US" b="true" sz="2110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</a:t>
            </a:r>
            <a:r>
              <a:rPr lang="en-US" b="true" sz="2110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을 입력하세요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70427" y="4206291"/>
            <a:ext cx="2294884" cy="22948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24"/>
                </a:lnSpc>
              </a:pPr>
              <a:r>
                <a:rPr lang="en-US" b="true" sz="2400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키워드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489773" y="1062460"/>
            <a:ext cx="24236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운영계획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21414" y="2780235"/>
            <a:ext cx="319801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부제목을 입력해주세요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74532" y="3407082"/>
            <a:ext cx="7291783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여기에 내용을 자유롭게 입력해주세요.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33651" y="3580130"/>
            <a:ext cx="4199652" cy="180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곳에 원하는 내용을 자유롭게 채워 넣으세요. 이 문장은 예시를 위한 더미 텍스트입니다. 이 곳에 원하는 내용을 자유롭게 채워 넣으세요.</a:t>
            </a:r>
            <a:r>
              <a:rPr lang="en-US" sz="186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이 곳에 원하는 내용을 자유롭게 채워 넣으세요.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682170" y="2890764"/>
            <a:ext cx="4975969" cy="5419159"/>
          </a:xfrm>
          <a:custGeom>
            <a:avLst/>
            <a:gdLst/>
            <a:ahLst/>
            <a:cxnLst/>
            <a:rect r="r" b="b" t="t" l="l"/>
            <a:pathLst>
              <a:path h="5419159" w="4975969">
                <a:moveTo>
                  <a:pt x="0" y="0"/>
                </a:moveTo>
                <a:lnTo>
                  <a:pt x="4975969" y="0"/>
                </a:lnTo>
                <a:lnTo>
                  <a:pt x="4975969" y="5419160"/>
                </a:lnTo>
                <a:lnTo>
                  <a:pt x="0" y="5419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984" t="0" r="-52984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-14822" y="-568002"/>
            <a:ext cx="1043522" cy="10855002"/>
            <a:chOff x="0" y="0"/>
            <a:chExt cx="274837" cy="28589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837" cy="2858931"/>
            </a:xfrm>
            <a:custGeom>
              <a:avLst/>
              <a:gdLst/>
              <a:ahLst/>
              <a:cxnLst/>
              <a:rect r="r" b="b" t="t" l="l"/>
              <a:pathLst>
                <a:path h="2858931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858931"/>
                  </a:lnTo>
                  <a:lnTo>
                    <a:pt x="0" y="2858931"/>
                  </a:lnTo>
                  <a:close/>
                </a:path>
              </a:pathLst>
            </a:custGeom>
            <a:solidFill>
              <a:srgbClr val="3864C7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74837" cy="2944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33651" y="2824089"/>
            <a:ext cx="288577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-14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제목을 입력해주세요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3651" y="64760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33651" y="7113912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933651" y="70043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33651" y="7642275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933651" y="7751813"/>
            <a:ext cx="3632471" cy="33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169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여기에 내용을 자유롭게 입력해주세요. 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933651" y="8280176"/>
            <a:ext cx="334877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170593" y="922616"/>
            <a:ext cx="14088707" cy="975192"/>
            <a:chOff x="0" y="0"/>
            <a:chExt cx="3710606" cy="2568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0606" cy="256841"/>
            </a:xfrm>
            <a:custGeom>
              <a:avLst/>
              <a:gdLst/>
              <a:ahLst/>
              <a:cxnLst/>
              <a:rect r="r" b="b" t="t" l="l"/>
              <a:pathLst>
                <a:path h="256841" w="3710606">
                  <a:moveTo>
                    <a:pt x="0" y="0"/>
                  </a:moveTo>
                  <a:lnTo>
                    <a:pt x="3710606" y="0"/>
                  </a:lnTo>
                  <a:lnTo>
                    <a:pt x="3710606" y="256841"/>
                  </a:lnTo>
                  <a:lnTo>
                    <a:pt x="0" y="25684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710606" cy="342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58611" y="922616"/>
            <a:ext cx="1043522" cy="974566"/>
            <a:chOff x="0" y="0"/>
            <a:chExt cx="274837" cy="2566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837" cy="256676"/>
            </a:xfrm>
            <a:custGeom>
              <a:avLst/>
              <a:gdLst/>
              <a:ahLst/>
              <a:cxnLst/>
              <a:rect r="r" b="b" t="t" l="l"/>
              <a:pathLst>
                <a:path h="256676" w="274837">
                  <a:moveTo>
                    <a:pt x="0" y="0"/>
                  </a:moveTo>
                  <a:lnTo>
                    <a:pt x="274837" y="0"/>
                  </a:lnTo>
                  <a:lnTo>
                    <a:pt x="274837" y="256676"/>
                  </a:lnTo>
                  <a:lnTo>
                    <a:pt x="0" y="256676"/>
                  </a:lnTo>
                  <a:close/>
                </a:path>
              </a:pathLst>
            </a:custGeom>
            <a:solidFill>
              <a:srgbClr val="3864C7"/>
            </a:solidFill>
            <a:ln w="95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74837" cy="418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27"/>
                </a:lnSpc>
              </a:pPr>
              <a:r>
                <a:rPr lang="en-US" b="true" sz="27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06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489773" y="1062460"/>
            <a:ext cx="32823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-217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결론 및 향후계획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017722" y="6043003"/>
            <a:ext cx="2580726" cy="2313269"/>
          </a:xfrm>
          <a:custGeom>
            <a:avLst/>
            <a:gdLst/>
            <a:ahLst/>
            <a:cxnLst/>
            <a:rect r="r" b="b" t="t" l="l"/>
            <a:pathLst>
              <a:path h="2313269" w="2580726">
                <a:moveTo>
                  <a:pt x="0" y="0"/>
                </a:moveTo>
                <a:lnTo>
                  <a:pt x="2580726" y="0"/>
                </a:lnTo>
                <a:lnTo>
                  <a:pt x="2580726" y="2313269"/>
                </a:lnTo>
                <a:lnTo>
                  <a:pt x="0" y="2313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99173" y="3576573"/>
            <a:ext cx="1504793" cy="46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6"/>
              </a:lnSpc>
              <a:spcBef>
                <a:spcPct val="0"/>
              </a:spcBef>
            </a:pPr>
            <a:r>
              <a:rPr lang="en-US" b="true" sz="2675" spc="-141" strike="noStrike" u="none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감사합니다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96127" y="2129574"/>
            <a:ext cx="2295746" cy="144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81"/>
              </a:lnSpc>
              <a:spcBef>
                <a:spcPct val="0"/>
              </a:spcBef>
            </a:pPr>
            <a:r>
              <a:rPr lang="en-US" b="true" sz="8486" spc="-44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Q&amp;A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546194" y="4624752"/>
            <a:ext cx="5195611" cy="964568"/>
            <a:chOff x="0" y="0"/>
            <a:chExt cx="2033180" cy="377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hello@reallygreatsite.com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46194" y="5805826"/>
            <a:ext cx="5195611" cy="964568"/>
            <a:chOff x="0" y="0"/>
            <a:chExt cx="2033180" cy="3774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www.reallygreatsite.com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46194" y="6982637"/>
            <a:ext cx="5195611" cy="964568"/>
            <a:chOff x="0" y="0"/>
            <a:chExt cx="2033180" cy="377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3180" cy="377461"/>
            </a:xfrm>
            <a:custGeom>
              <a:avLst/>
              <a:gdLst/>
              <a:ahLst/>
              <a:cxnLst/>
              <a:rect r="r" b="b" t="t" l="l"/>
              <a:pathLst>
                <a:path h="377461" w="2033180">
                  <a:moveTo>
                    <a:pt x="0" y="0"/>
                  </a:moveTo>
                  <a:lnTo>
                    <a:pt x="2033180" y="0"/>
                  </a:lnTo>
                  <a:lnTo>
                    <a:pt x="2033180" y="377461"/>
                  </a:lnTo>
                  <a:lnTo>
                    <a:pt x="0" y="37746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54545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033180" cy="40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123-456-7890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DAHCfrf1I-k</dc:identifier>
  <dcterms:modified xsi:type="dcterms:W3CDTF">2011-08-01T06:04:30Z</dcterms:modified>
  <cp:revision>1</cp:revision>
  <dc:title>파란색과 회색 심플한 웹 기획자 포트폴리오 이력서 자기소개 프레젠테이션</dc:title>
</cp:coreProperties>
</file>