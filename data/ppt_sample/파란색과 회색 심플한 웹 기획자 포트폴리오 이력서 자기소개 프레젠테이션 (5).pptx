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lab 돋움 레귤러 Bold" charset="1" panose="02060800000000000000"/>
      <p:regular r:id="rId17"/>
    </p:embeddedFont>
    <p:embeddedFont>
      <p:font typeface="Tlab 돋움 레귤러" charset="1" panose="02060500000000000000"/>
      <p:regular r:id="rId18"/>
    </p:embeddedFont>
    <p:embeddedFont>
      <p:font typeface="Egyptian Slate" charset="1" panose="02060504040202020204"/>
      <p:regular r:id="rId19"/>
    </p:embeddedFont>
    <p:embeddedFont>
      <p:font typeface="Tlab 돋움 미디움" charset="1" panose="020606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601387" y="4164724"/>
            <a:ext cx="132771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601387" y="6949346"/>
            <a:ext cx="1337768" cy="1380683"/>
            <a:chOff x="0" y="0"/>
            <a:chExt cx="509971" cy="526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9971" cy="526331"/>
            </a:xfrm>
            <a:custGeom>
              <a:avLst/>
              <a:gdLst/>
              <a:ahLst/>
              <a:cxnLst/>
              <a:rect r="r" b="b" t="t" l="l"/>
              <a:pathLst>
                <a:path h="526331" w="509971">
                  <a:moveTo>
                    <a:pt x="0" y="0"/>
                  </a:moveTo>
                  <a:lnTo>
                    <a:pt x="509971" y="0"/>
                  </a:lnTo>
                  <a:lnTo>
                    <a:pt x="509971" y="526331"/>
                  </a:lnTo>
                  <a:lnTo>
                    <a:pt x="0" y="5263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509971" cy="61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48201" y="6949346"/>
            <a:ext cx="1337768" cy="1380683"/>
            <a:chOff x="0" y="0"/>
            <a:chExt cx="509971" cy="5263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971" cy="526331"/>
            </a:xfrm>
            <a:custGeom>
              <a:avLst/>
              <a:gdLst/>
              <a:ahLst/>
              <a:cxnLst/>
              <a:rect r="r" b="b" t="t" l="l"/>
              <a:pathLst>
                <a:path h="526331" w="509971">
                  <a:moveTo>
                    <a:pt x="0" y="0"/>
                  </a:moveTo>
                  <a:lnTo>
                    <a:pt x="509971" y="0"/>
                  </a:lnTo>
                  <a:lnTo>
                    <a:pt x="509971" y="526331"/>
                  </a:lnTo>
                  <a:lnTo>
                    <a:pt x="0" y="5263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509971" cy="61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894371" y="7251631"/>
            <a:ext cx="764960" cy="764960"/>
          </a:xfrm>
          <a:custGeom>
            <a:avLst/>
            <a:gdLst/>
            <a:ahLst/>
            <a:cxnLst/>
            <a:rect r="r" b="b" t="t" l="l"/>
            <a:pathLst>
              <a:path h="764960" w="764960">
                <a:moveTo>
                  <a:pt x="0" y="0"/>
                </a:moveTo>
                <a:lnTo>
                  <a:pt x="764960" y="0"/>
                </a:lnTo>
                <a:lnTo>
                  <a:pt x="764960" y="764960"/>
                </a:lnTo>
                <a:lnTo>
                  <a:pt x="0" y="76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2601387" y="2713873"/>
            <a:ext cx="3355305" cy="50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2"/>
              </a:lnSpc>
              <a:spcBef>
                <a:spcPct val="0"/>
              </a:spcBef>
            </a:pPr>
            <a:r>
              <a:rPr lang="en-US" b="true" sz="2937" spc="-155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01387" y="3353437"/>
            <a:ext cx="7650410" cy="3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178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01387" y="4548080"/>
            <a:ext cx="8286673" cy="176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4"/>
              </a:lnSpc>
              <a:spcBef>
                <a:spcPct val="0"/>
              </a:spcBef>
            </a:pPr>
            <a:r>
              <a:rPr lang="en-US" sz="1639" strike="noStrike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곳에 원하는 내용을 자유롭게 채워 넣으세요. 이 문장은 예시를 위한 더미 텍스트입니다. 이 곳에 원하는 내용을 자유롭게 채워 넣으세요.  이 곳에 원하는 내용을 자유롭게 채워 넣으세요. </a:t>
            </a:r>
          </a:p>
          <a:p>
            <a:pPr algn="l" marL="0" indent="0" lvl="0">
              <a:lnSpc>
                <a:spcPts val="288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4"/>
              </a:lnSpc>
              <a:spcBef>
                <a:spcPct val="0"/>
              </a:spcBef>
            </a:pPr>
            <a:r>
              <a:rPr lang="en-US" sz="1639" strike="noStrike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문장은 예시를 위한 더미 텍스트입니다. 이 곳에 원하는 내용을 자유롭게 채워 넣으세요. 이 곳에 원하는 내용을 자유롭게 채워 넣으세요.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95015" y="6949346"/>
            <a:ext cx="1337768" cy="1380683"/>
            <a:chOff x="0" y="0"/>
            <a:chExt cx="509971" cy="5263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9971" cy="526331"/>
            </a:xfrm>
            <a:custGeom>
              <a:avLst/>
              <a:gdLst/>
              <a:ahLst/>
              <a:cxnLst/>
              <a:rect r="r" b="b" t="t" l="l"/>
              <a:pathLst>
                <a:path h="526331" w="509971">
                  <a:moveTo>
                    <a:pt x="0" y="0"/>
                  </a:moveTo>
                  <a:lnTo>
                    <a:pt x="509971" y="0"/>
                  </a:lnTo>
                  <a:lnTo>
                    <a:pt x="509971" y="526331"/>
                  </a:lnTo>
                  <a:lnTo>
                    <a:pt x="0" y="5263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509971" cy="61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580162" y="7359673"/>
            <a:ext cx="673845" cy="548877"/>
          </a:xfrm>
          <a:custGeom>
            <a:avLst/>
            <a:gdLst/>
            <a:ahLst/>
            <a:cxnLst/>
            <a:rect r="r" b="b" t="t" l="l"/>
            <a:pathLst>
              <a:path h="548877" w="673845">
                <a:moveTo>
                  <a:pt x="0" y="0"/>
                </a:moveTo>
                <a:lnTo>
                  <a:pt x="673845" y="0"/>
                </a:lnTo>
                <a:lnTo>
                  <a:pt x="673845" y="548877"/>
                </a:lnTo>
                <a:lnTo>
                  <a:pt x="0" y="54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6247717" y="7322931"/>
            <a:ext cx="632363" cy="633515"/>
          </a:xfrm>
          <a:custGeom>
            <a:avLst/>
            <a:gdLst/>
            <a:ahLst/>
            <a:cxnLst/>
            <a:rect r="r" b="b" t="t" l="l"/>
            <a:pathLst>
              <a:path h="633515" w="632363">
                <a:moveTo>
                  <a:pt x="0" y="0"/>
                </a:moveTo>
                <a:lnTo>
                  <a:pt x="632363" y="0"/>
                </a:lnTo>
                <a:lnTo>
                  <a:pt x="632363" y="633514"/>
                </a:lnTo>
                <a:lnTo>
                  <a:pt x="0" y="633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2745435" y="5049100"/>
            <a:ext cx="3762813" cy="3359166"/>
          </a:xfrm>
          <a:custGeom>
            <a:avLst/>
            <a:gdLst/>
            <a:ahLst/>
            <a:cxnLst/>
            <a:rect r="r" b="b" t="t" l="l"/>
            <a:pathLst>
              <a:path h="3359166" w="3762813">
                <a:moveTo>
                  <a:pt x="0" y="0"/>
                </a:moveTo>
                <a:lnTo>
                  <a:pt x="3762813" y="0"/>
                </a:lnTo>
                <a:lnTo>
                  <a:pt x="3762813" y="3359166"/>
                </a:lnTo>
                <a:lnTo>
                  <a:pt x="0" y="33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프로젝트 개요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97788" y="1394920"/>
            <a:ext cx="2492425" cy="86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45"/>
              </a:lnSpc>
              <a:spcBef>
                <a:spcPct val="0"/>
              </a:spcBef>
            </a:pPr>
            <a:r>
              <a:rPr lang="en-US" sz="5032" strike="noStrike" u="none">
                <a:solidFill>
                  <a:srgbClr val="000000"/>
                </a:solidFill>
                <a:latin typeface="Egyptian Slate"/>
                <a:ea typeface="Egyptian Slate"/>
                <a:cs typeface="Egyptian Slate"/>
                <a:sym typeface="Egyptian Slate"/>
              </a:rPr>
              <a:t>Contents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212660" y="5530086"/>
          <a:ext cx="13853154" cy="2797222"/>
        </p:xfrm>
        <a:graphic>
          <a:graphicData uri="http://schemas.openxmlformats.org/drawingml/2006/table">
            <a:tbl>
              <a:tblPr/>
              <a:tblGrid>
                <a:gridCol w="4617718"/>
                <a:gridCol w="4617718"/>
                <a:gridCol w="4617718"/>
              </a:tblGrid>
              <a:tr h="13986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01.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프로젝트 개요</a:t>
                      </a:r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02.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시장분석</a:t>
                      </a:r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03. 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솔루션</a:t>
                      </a:r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86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04.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마케팅 및 관리</a:t>
                      </a:r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05.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운영계획</a:t>
                      </a:r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06.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결론 및 향후계획</a:t>
                      </a:r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8003522" y="2886119"/>
            <a:ext cx="2276193" cy="1891309"/>
          </a:xfrm>
          <a:custGeom>
            <a:avLst/>
            <a:gdLst/>
            <a:ahLst/>
            <a:cxnLst/>
            <a:rect r="r" b="b" t="t" l="l"/>
            <a:pathLst>
              <a:path h="1891309" w="2276193">
                <a:moveTo>
                  <a:pt x="0" y="0"/>
                </a:moveTo>
                <a:lnTo>
                  <a:pt x="2276193" y="0"/>
                </a:lnTo>
                <a:lnTo>
                  <a:pt x="2276193" y="1891309"/>
                </a:lnTo>
                <a:lnTo>
                  <a:pt x="0" y="1891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601387" y="4164724"/>
            <a:ext cx="132771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601387" y="6949346"/>
            <a:ext cx="1337768" cy="1380683"/>
            <a:chOff x="0" y="0"/>
            <a:chExt cx="509971" cy="526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9971" cy="526331"/>
            </a:xfrm>
            <a:custGeom>
              <a:avLst/>
              <a:gdLst/>
              <a:ahLst/>
              <a:cxnLst/>
              <a:rect r="r" b="b" t="t" l="l"/>
              <a:pathLst>
                <a:path h="526331" w="509971">
                  <a:moveTo>
                    <a:pt x="0" y="0"/>
                  </a:moveTo>
                  <a:lnTo>
                    <a:pt x="509971" y="0"/>
                  </a:lnTo>
                  <a:lnTo>
                    <a:pt x="509971" y="526331"/>
                  </a:lnTo>
                  <a:lnTo>
                    <a:pt x="0" y="5263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509971" cy="61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48201" y="6949346"/>
            <a:ext cx="1337768" cy="1380683"/>
            <a:chOff x="0" y="0"/>
            <a:chExt cx="509971" cy="5263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971" cy="526331"/>
            </a:xfrm>
            <a:custGeom>
              <a:avLst/>
              <a:gdLst/>
              <a:ahLst/>
              <a:cxnLst/>
              <a:rect r="r" b="b" t="t" l="l"/>
              <a:pathLst>
                <a:path h="526331" w="509971">
                  <a:moveTo>
                    <a:pt x="0" y="0"/>
                  </a:moveTo>
                  <a:lnTo>
                    <a:pt x="509971" y="0"/>
                  </a:lnTo>
                  <a:lnTo>
                    <a:pt x="509971" y="526331"/>
                  </a:lnTo>
                  <a:lnTo>
                    <a:pt x="0" y="5263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509971" cy="61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894371" y="7251631"/>
            <a:ext cx="764960" cy="764960"/>
          </a:xfrm>
          <a:custGeom>
            <a:avLst/>
            <a:gdLst/>
            <a:ahLst/>
            <a:cxnLst/>
            <a:rect r="r" b="b" t="t" l="l"/>
            <a:pathLst>
              <a:path h="764960" w="764960">
                <a:moveTo>
                  <a:pt x="0" y="0"/>
                </a:moveTo>
                <a:lnTo>
                  <a:pt x="764960" y="0"/>
                </a:lnTo>
                <a:lnTo>
                  <a:pt x="764960" y="764960"/>
                </a:lnTo>
                <a:lnTo>
                  <a:pt x="0" y="76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2601387" y="2713873"/>
            <a:ext cx="3355305" cy="50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2"/>
              </a:lnSpc>
              <a:spcBef>
                <a:spcPct val="0"/>
              </a:spcBef>
            </a:pPr>
            <a:r>
              <a:rPr lang="en-US" b="true" sz="2937" spc="-155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01387" y="3353437"/>
            <a:ext cx="7650410" cy="3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178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01387" y="4548080"/>
            <a:ext cx="8286673" cy="176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4"/>
              </a:lnSpc>
              <a:spcBef>
                <a:spcPct val="0"/>
              </a:spcBef>
            </a:pPr>
            <a:r>
              <a:rPr lang="en-US" sz="1639" strike="noStrike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곳에 원하는 내용을 자유롭게 채워 넣으세요. 이 문장은 예시를 위한 더미 텍스트입니다. 이 곳에 원하는 내용을 자유롭게 채워 넣으세요.  이 곳에 원하는 내용을 자유롭게 채워 넣으세요. </a:t>
            </a:r>
          </a:p>
          <a:p>
            <a:pPr algn="l" marL="0" indent="0" lvl="0">
              <a:lnSpc>
                <a:spcPts val="288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4"/>
              </a:lnSpc>
              <a:spcBef>
                <a:spcPct val="0"/>
              </a:spcBef>
            </a:pPr>
            <a:r>
              <a:rPr lang="en-US" sz="1639" strike="noStrike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문장은 예시를 위한 더미 텍스트입니다. 이 곳에 원하는 내용을 자유롭게 채워 넣으세요. 이 곳에 원하는 내용을 자유롭게 채워 넣으세요.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95015" y="6949346"/>
            <a:ext cx="1337768" cy="1380683"/>
            <a:chOff x="0" y="0"/>
            <a:chExt cx="509971" cy="5263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9971" cy="526331"/>
            </a:xfrm>
            <a:custGeom>
              <a:avLst/>
              <a:gdLst/>
              <a:ahLst/>
              <a:cxnLst/>
              <a:rect r="r" b="b" t="t" l="l"/>
              <a:pathLst>
                <a:path h="526331" w="509971">
                  <a:moveTo>
                    <a:pt x="0" y="0"/>
                  </a:moveTo>
                  <a:lnTo>
                    <a:pt x="509971" y="0"/>
                  </a:lnTo>
                  <a:lnTo>
                    <a:pt x="509971" y="526331"/>
                  </a:lnTo>
                  <a:lnTo>
                    <a:pt x="0" y="5263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509971" cy="61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580162" y="7359673"/>
            <a:ext cx="673845" cy="548877"/>
          </a:xfrm>
          <a:custGeom>
            <a:avLst/>
            <a:gdLst/>
            <a:ahLst/>
            <a:cxnLst/>
            <a:rect r="r" b="b" t="t" l="l"/>
            <a:pathLst>
              <a:path h="548877" w="673845">
                <a:moveTo>
                  <a:pt x="0" y="0"/>
                </a:moveTo>
                <a:lnTo>
                  <a:pt x="673845" y="0"/>
                </a:lnTo>
                <a:lnTo>
                  <a:pt x="673845" y="548877"/>
                </a:lnTo>
                <a:lnTo>
                  <a:pt x="0" y="54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6247717" y="7322931"/>
            <a:ext cx="632363" cy="633515"/>
          </a:xfrm>
          <a:custGeom>
            <a:avLst/>
            <a:gdLst/>
            <a:ahLst/>
            <a:cxnLst/>
            <a:rect r="r" b="b" t="t" l="l"/>
            <a:pathLst>
              <a:path h="633515" w="632363">
                <a:moveTo>
                  <a:pt x="0" y="0"/>
                </a:moveTo>
                <a:lnTo>
                  <a:pt x="632363" y="0"/>
                </a:lnTo>
                <a:lnTo>
                  <a:pt x="632363" y="633514"/>
                </a:lnTo>
                <a:lnTo>
                  <a:pt x="0" y="633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2745435" y="5049100"/>
            <a:ext cx="3762813" cy="3359166"/>
          </a:xfrm>
          <a:custGeom>
            <a:avLst/>
            <a:gdLst/>
            <a:ahLst/>
            <a:cxnLst/>
            <a:rect r="r" b="b" t="t" l="l"/>
            <a:pathLst>
              <a:path h="3359166" w="3762813">
                <a:moveTo>
                  <a:pt x="0" y="0"/>
                </a:moveTo>
                <a:lnTo>
                  <a:pt x="3762813" y="0"/>
                </a:lnTo>
                <a:lnTo>
                  <a:pt x="3762813" y="3359166"/>
                </a:lnTo>
                <a:lnTo>
                  <a:pt x="0" y="33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프로젝트 개요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31864" y="5256870"/>
            <a:ext cx="933222" cy="933222"/>
          </a:xfrm>
          <a:custGeom>
            <a:avLst/>
            <a:gdLst/>
            <a:ahLst/>
            <a:cxnLst/>
            <a:rect r="r" b="b" t="t" l="l"/>
            <a:pathLst>
              <a:path h="933222" w="933222">
                <a:moveTo>
                  <a:pt x="0" y="0"/>
                </a:moveTo>
                <a:lnTo>
                  <a:pt x="933222" y="0"/>
                </a:lnTo>
                <a:lnTo>
                  <a:pt x="933222" y="933222"/>
                </a:lnTo>
                <a:lnTo>
                  <a:pt x="0" y="933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850286" y="6691122"/>
            <a:ext cx="2224246" cy="36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1"/>
              </a:lnSpc>
              <a:spcBef>
                <a:spcPct val="0"/>
              </a:spcBef>
            </a:pPr>
            <a:r>
              <a:rPr lang="en-US" b="true" sz="2157" spc="-114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제목을 입력해주세요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08301" y="6691122"/>
            <a:ext cx="2224246" cy="36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1"/>
              </a:lnSpc>
              <a:spcBef>
                <a:spcPct val="0"/>
              </a:spcBef>
            </a:pPr>
            <a:r>
              <a:rPr lang="en-US" b="true" sz="2157" spc="-114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제목을 입력해주세요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70593" y="7314340"/>
            <a:ext cx="3655765" cy="63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</a:pPr>
            <a:r>
              <a:rPr lang="en-US" sz="152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92541" y="7314340"/>
            <a:ext cx="3655765" cy="63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</a:pPr>
            <a:r>
              <a:rPr lang="en-US" sz="152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09391" y="5388676"/>
            <a:ext cx="822065" cy="669610"/>
          </a:xfrm>
          <a:custGeom>
            <a:avLst/>
            <a:gdLst/>
            <a:ahLst/>
            <a:cxnLst/>
            <a:rect r="r" b="b" t="t" l="l"/>
            <a:pathLst>
              <a:path h="669610" w="822065">
                <a:moveTo>
                  <a:pt x="0" y="0"/>
                </a:moveTo>
                <a:lnTo>
                  <a:pt x="822065" y="0"/>
                </a:lnTo>
                <a:lnTo>
                  <a:pt x="822065" y="669610"/>
                </a:lnTo>
                <a:lnTo>
                  <a:pt x="0" y="669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056642" y="5343852"/>
            <a:ext cx="771459" cy="772864"/>
          </a:xfrm>
          <a:custGeom>
            <a:avLst/>
            <a:gdLst/>
            <a:ahLst/>
            <a:cxnLst/>
            <a:rect r="r" b="b" t="t" l="l"/>
            <a:pathLst>
              <a:path h="772864" w="771459">
                <a:moveTo>
                  <a:pt x="0" y="0"/>
                </a:moveTo>
                <a:lnTo>
                  <a:pt x="771459" y="0"/>
                </a:lnTo>
                <a:lnTo>
                  <a:pt x="771459" y="772864"/>
                </a:lnTo>
                <a:lnTo>
                  <a:pt x="0" y="772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3330249" y="6691122"/>
            <a:ext cx="2224246" cy="36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1"/>
              </a:lnSpc>
              <a:spcBef>
                <a:spcPct val="0"/>
              </a:spcBef>
            </a:pPr>
            <a:r>
              <a:rPr lang="en-US" b="true" sz="2157" spc="-114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제목을 입력해주세요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14489" y="7314340"/>
            <a:ext cx="3655765" cy="63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</a:pPr>
            <a:r>
              <a:rPr lang="en-US" sz="152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21414" y="2780235"/>
            <a:ext cx="3198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74532" y="3407082"/>
            <a:ext cx="7291783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프로젝트 개요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056566" y="4164724"/>
            <a:ext cx="132771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26447" y="4768322"/>
            <a:ext cx="6191030" cy="205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2"/>
              </a:lnSpc>
              <a:spcBef>
                <a:spcPct val="0"/>
              </a:spcBef>
            </a:pPr>
            <a:r>
              <a:rPr lang="en-US" sz="1592" strike="noStrike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곳에 원하는 내용을 자유롭게 채워 넣으세요. 이 문장은 예시를 위한 더미 텍스트입니다. 이 곳에 원하는 내용을 자유롭게 채워 넣으세요.  이 곳에 원하는 내용을 자유롭게 채워 넣으세요. </a:t>
            </a:r>
          </a:p>
          <a:p>
            <a:pPr algn="l" marL="0" indent="0" lvl="0">
              <a:lnSpc>
                <a:spcPts val="280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02"/>
              </a:lnSpc>
              <a:spcBef>
                <a:spcPct val="0"/>
              </a:spcBef>
            </a:pPr>
            <a:r>
              <a:rPr lang="en-US" sz="1592" strike="noStrike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문장은 예시를 위한 더미 텍스트입니다. 이 곳에 원하는 내용을 자유롭게 채워 넣으세요. 이 곳에 원하는 내용을 자유롭게 채워 넣으세요.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62305" y="7333107"/>
            <a:ext cx="1463030" cy="626278"/>
            <a:chOff x="0" y="0"/>
            <a:chExt cx="591417" cy="2531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417" cy="253167"/>
            </a:xfrm>
            <a:custGeom>
              <a:avLst/>
              <a:gdLst/>
              <a:ahLst/>
              <a:cxnLst/>
              <a:rect r="r" b="b" t="t" l="l"/>
              <a:pathLst>
                <a:path h="253167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53167"/>
                  </a:lnTo>
                  <a:lnTo>
                    <a:pt x="0" y="253167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417" cy="29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34"/>
                </a:lnSpc>
                <a:spcBef>
                  <a:spcPct val="0"/>
                </a:spcBef>
              </a:pPr>
              <a:r>
                <a:rPr lang="en-US" sz="1810" strike="noStrike" u="none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#키워드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51460" y="7333107"/>
            <a:ext cx="1463030" cy="626278"/>
            <a:chOff x="0" y="0"/>
            <a:chExt cx="591417" cy="2531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1417" cy="253167"/>
            </a:xfrm>
            <a:custGeom>
              <a:avLst/>
              <a:gdLst/>
              <a:ahLst/>
              <a:cxnLst/>
              <a:rect r="r" b="b" t="t" l="l"/>
              <a:pathLst>
                <a:path h="253167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53167"/>
                  </a:lnTo>
                  <a:lnTo>
                    <a:pt x="0" y="253167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1417" cy="29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34"/>
                </a:lnSpc>
                <a:spcBef>
                  <a:spcPct val="0"/>
                </a:spcBef>
              </a:pPr>
              <a:r>
                <a:rPr lang="en-US" sz="1810" strike="noStrike" u="none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#키워드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38606" y="7333107"/>
            <a:ext cx="1463030" cy="626278"/>
            <a:chOff x="0" y="0"/>
            <a:chExt cx="591417" cy="2531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1417" cy="253167"/>
            </a:xfrm>
            <a:custGeom>
              <a:avLst/>
              <a:gdLst/>
              <a:ahLst/>
              <a:cxnLst/>
              <a:rect r="r" b="b" t="t" l="l"/>
              <a:pathLst>
                <a:path h="253167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53167"/>
                  </a:lnTo>
                  <a:lnTo>
                    <a:pt x="0" y="253167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91417" cy="29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34"/>
                </a:lnSpc>
                <a:spcBef>
                  <a:spcPct val="0"/>
                </a:spcBef>
              </a:pPr>
              <a:r>
                <a:rPr lang="en-US" sz="1810" strike="noStrike" u="none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#키워드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9702380" y="4338504"/>
            <a:ext cx="1265475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77542" y="3553516"/>
            <a:ext cx="7233946" cy="5008698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시장 분석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21414" y="2780235"/>
            <a:ext cx="3198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74532" y="3407082"/>
            <a:ext cx="7291783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33651" y="3580130"/>
            <a:ext cx="4199652" cy="180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186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곳에 원하는 내용을 자유롭게 채워 넣으세요. 이 문장은 예시를 위한 더미 텍스트입니다. 이 곳에 원하는 내용을 자유롭게 채워 넣으세요.</a:t>
            </a:r>
            <a:r>
              <a:rPr lang="en-US" sz="186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이 곳에 원하는 내용을 자유롭게 채워 넣으세요.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682170" y="2890764"/>
            <a:ext cx="4975969" cy="5419159"/>
          </a:xfrm>
          <a:custGeom>
            <a:avLst/>
            <a:gdLst/>
            <a:ahLst/>
            <a:cxnLst/>
            <a:rect r="r" b="b" t="t" l="l"/>
            <a:pathLst>
              <a:path h="5419159" w="4975969">
                <a:moveTo>
                  <a:pt x="0" y="0"/>
                </a:moveTo>
                <a:lnTo>
                  <a:pt x="4975969" y="0"/>
                </a:lnTo>
                <a:lnTo>
                  <a:pt x="4975969" y="5419160"/>
                </a:lnTo>
                <a:lnTo>
                  <a:pt x="0" y="5419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216" t="0" r="-54216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933651" y="2824089"/>
            <a:ext cx="288577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제목을 입력해주세요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33651" y="6476012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33651" y="7113912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933651" y="7004375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933651" y="7642275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8933651" y="7751813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933651" y="8280176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시장 분석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842471" y="6168289"/>
            <a:ext cx="3088101" cy="2313269"/>
          </a:xfrm>
          <a:custGeom>
            <a:avLst/>
            <a:gdLst/>
            <a:ahLst/>
            <a:cxnLst/>
            <a:rect r="r" b="b" t="t" l="l"/>
            <a:pathLst>
              <a:path h="2313269" w="3088101">
                <a:moveTo>
                  <a:pt x="0" y="0"/>
                </a:moveTo>
                <a:lnTo>
                  <a:pt x="3088102" y="0"/>
                </a:lnTo>
                <a:lnTo>
                  <a:pt x="3088102" y="2313268"/>
                </a:lnTo>
                <a:lnTo>
                  <a:pt x="0" y="23132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680371" y="4515833"/>
          <a:ext cx="11915516" cy="3698618"/>
        </p:xfrm>
        <a:graphic>
          <a:graphicData uri="http://schemas.openxmlformats.org/drawingml/2006/table">
            <a:tbl>
              <a:tblPr/>
              <a:tblGrid>
                <a:gridCol w="3085302"/>
                <a:gridCol w="3085302"/>
                <a:gridCol w="3085302"/>
                <a:gridCol w="2659609"/>
              </a:tblGrid>
              <a:tr h="616436"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구분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616436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구분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616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6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6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6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4970986" y="5901182"/>
            <a:ext cx="1829585" cy="2313269"/>
          </a:xfrm>
          <a:custGeom>
            <a:avLst/>
            <a:gdLst/>
            <a:ahLst/>
            <a:cxnLst/>
            <a:rect r="r" b="b" t="t" l="l"/>
            <a:pathLst>
              <a:path h="2313269" w="1829585">
                <a:moveTo>
                  <a:pt x="1829586" y="0"/>
                </a:moveTo>
                <a:lnTo>
                  <a:pt x="0" y="0"/>
                </a:lnTo>
                <a:lnTo>
                  <a:pt x="0" y="2313269"/>
                </a:lnTo>
                <a:lnTo>
                  <a:pt x="1829586" y="2313269"/>
                </a:lnTo>
                <a:lnTo>
                  <a:pt x="18295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03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솔루션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21414" y="2780235"/>
            <a:ext cx="3198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74532" y="3407082"/>
            <a:ext cx="7291783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9371300" y="6832030"/>
            <a:ext cx="375269" cy="561040"/>
          </a:xfrm>
          <a:custGeom>
            <a:avLst/>
            <a:gdLst/>
            <a:ahLst/>
            <a:cxnLst/>
            <a:rect r="r" b="b" t="t" l="l"/>
            <a:pathLst>
              <a:path h="561040" w="375269">
                <a:moveTo>
                  <a:pt x="0" y="0"/>
                </a:moveTo>
                <a:lnTo>
                  <a:pt x="375270" y="0"/>
                </a:lnTo>
                <a:lnTo>
                  <a:pt x="375270" y="561040"/>
                </a:lnTo>
                <a:lnTo>
                  <a:pt x="0" y="561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13411" y="7828822"/>
            <a:ext cx="6761352" cy="859095"/>
            <a:chOff x="0" y="0"/>
            <a:chExt cx="2036142" cy="2587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6142" cy="258711"/>
            </a:xfrm>
            <a:custGeom>
              <a:avLst/>
              <a:gdLst/>
              <a:ahLst/>
              <a:cxnLst/>
              <a:rect r="r" b="b" t="t" l="l"/>
              <a:pathLst>
                <a:path h="258711" w="2036142">
                  <a:moveTo>
                    <a:pt x="0" y="0"/>
                  </a:moveTo>
                  <a:lnTo>
                    <a:pt x="2036142" y="0"/>
                  </a:lnTo>
                  <a:lnTo>
                    <a:pt x="2036142" y="258711"/>
                  </a:lnTo>
                  <a:lnTo>
                    <a:pt x="0" y="258711"/>
                  </a:lnTo>
                  <a:close/>
                </a:path>
              </a:pathLst>
            </a:custGeom>
            <a:solidFill>
              <a:srgbClr val="4260EC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036142" cy="373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6"/>
                </a:lnSpc>
                <a:spcBef>
                  <a:spcPct val="0"/>
                </a:spcBef>
              </a:pPr>
              <a:r>
                <a:rPr lang="en-US" b="true" sz="2400" spc="-177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주제를 입력하세요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44623" y="4366130"/>
            <a:ext cx="4334513" cy="2125398"/>
            <a:chOff x="0" y="0"/>
            <a:chExt cx="1273927" cy="6246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3927" cy="624661"/>
            </a:xfrm>
            <a:custGeom>
              <a:avLst/>
              <a:gdLst/>
              <a:ahLst/>
              <a:cxnLst/>
              <a:rect r="r" b="b" t="t" l="l"/>
              <a:pathLst>
                <a:path h="624661" w="1273927">
                  <a:moveTo>
                    <a:pt x="0" y="0"/>
                  </a:moveTo>
                  <a:lnTo>
                    <a:pt x="1273927" y="0"/>
                  </a:lnTo>
                  <a:lnTo>
                    <a:pt x="1273927" y="624661"/>
                  </a:lnTo>
                  <a:lnTo>
                    <a:pt x="0" y="624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73927" cy="67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91679" y="4366130"/>
            <a:ext cx="4334513" cy="2125398"/>
            <a:chOff x="0" y="0"/>
            <a:chExt cx="1273927" cy="6246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3927" cy="624661"/>
            </a:xfrm>
            <a:custGeom>
              <a:avLst/>
              <a:gdLst/>
              <a:ahLst/>
              <a:cxnLst/>
              <a:rect r="r" b="b" t="t" l="l"/>
              <a:pathLst>
                <a:path h="624661" w="1273927">
                  <a:moveTo>
                    <a:pt x="0" y="0"/>
                  </a:moveTo>
                  <a:lnTo>
                    <a:pt x="1273927" y="0"/>
                  </a:lnTo>
                  <a:lnTo>
                    <a:pt x="1273927" y="624661"/>
                  </a:lnTo>
                  <a:lnTo>
                    <a:pt x="0" y="624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73927" cy="67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229084" y="5236252"/>
            <a:ext cx="3545212" cy="6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5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6140" y="5236252"/>
            <a:ext cx="3545212" cy="6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5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9084" y="4720016"/>
            <a:ext cx="3309333" cy="35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  <a:spcBef>
                <a:spcPct val="0"/>
              </a:spcBef>
            </a:pPr>
            <a:r>
              <a:rPr lang="en-US" b="true" sz="211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</a:t>
            </a:r>
            <a:r>
              <a:rPr lang="en-US" b="true" sz="2110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을 입력하세요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76140" y="4720016"/>
            <a:ext cx="3309333" cy="35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  <a:spcBef>
                <a:spcPct val="0"/>
              </a:spcBef>
            </a:pPr>
            <a:r>
              <a:rPr lang="en-US" b="true" sz="211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</a:t>
            </a:r>
            <a:r>
              <a:rPr lang="en-US" b="true" sz="2110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을 입력하세요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38734" y="4366130"/>
            <a:ext cx="4334513" cy="2125398"/>
            <a:chOff x="0" y="0"/>
            <a:chExt cx="1273927" cy="6246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3927" cy="624661"/>
            </a:xfrm>
            <a:custGeom>
              <a:avLst/>
              <a:gdLst/>
              <a:ahLst/>
              <a:cxnLst/>
              <a:rect r="r" b="b" t="t" l="l"/>
              <a:pathLst>
                <a:path h="624661" w="1273927">
                  <a:moveTo>
                    <a:pt x="0" y="0"/>
                  </a:moveTo>
                  <a:lnTo>
                    <a:pt x="1273927" y="0"/>
                  </a:lnTo>
                  <a:lnTo>
                    <a:pt x="1273927" y="624661"/>
                  </a:lnTo>
                  <a:lnTo>
                    <a:pt x="0" y="624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73927" cy="67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323195" y="5236252"/>
            <a:ext cx="3545212" cy="6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5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23195" y="4720016"/>
            <a:ext cx="3309333" cy="35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  <a:spcBef>
                <a:spcPct val="0"/>
              </a:spcBef>
            </a:pPr>
            <a:r>
              <a:rPr lang="en-US" b="true" sz="211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</a:t>
            </a:r>
            <a:r>
              <a:rPr lang="en-US" b="true" sz="2110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을 입력하세요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021463" y="6674914"/>
            <a:ext cx="3022361" cy="2077187"/>
          </a:xfrm>
          <a:custGeom>
            <a:avLst/>
            <a:gdLst/>
            <a:ahLst/>
            <a:cxnLst/>
            <a:rect r="r" b="b" t="t" l="l"/>
            <a:pathLst>
              <a:path h="2077187" w="3022361">
                <a:moveTo>
                  <a:pt x="0" y="0"/>
                </a:moveTo>
                <a:lnTo>
                  <a:pt x="3022362" y="0"/>
                </a:lnTo>
                <a:lnTo>
                  <a:pt x="3022362" y="2077187"/>
                </a:lnTo>
                <a:lnTo>
                  <a:pt x="0" y="2077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04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489773" y="1062460"/>
            <a:ext cx="304864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마케팅 및 관리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21414" y="2780235"/>
            <a:ext cx="3198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74532" y="3407082"/>
            <a:ext cx="7291783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28691">
            <a:off x="11154470" y="5090494"/>
            <a:ext cx="375269" cy="561040"/>
          </a:xfrm>
          <a:custGeom>
            <a:avLst/>
            <a:gdLst/>
            <a:ahLst/>
            <a:cxnLst/>
            <a:rect r="r" b="b" t="t" l="l"/>
            <a:pathLst>
              <a:path h="561040" w="375269">
                <a:moveTo>
                  <a:pt x="0" y="0"/>
                </a:moveTo>
                <a:lnTo>
                  <a:pt x="375269" y="0"/>
                </a:lnTo>
                <a:lnTo>
                  <a:pt x="375269" y="561039"/>
                </a:lnTo>
                <a:lnTo>
                  <a:pt x="0" y="561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15304" y="5090494"/>
            <a:ext cx="375269" cy="561040"/>
          </a:xfrm>
          <a:custGeom>
            <a:avLst/>
            <a:gdLst/>
            <a:ahLst/>
            <a:cxnLst/>
            <a:rect r="r" b="b" t="t" l="l"/>
            <a:pathLst>
              <a:path h="561040" w="375269">
                <a:moveTo>
                  <a:pt x="0" y="0"/>
                </a:moveTo>
                <a:lnTo>
                  <a:pt x="375270" y="0"/>
                </a:lnTo>
                <a:lnTo>
                  <a:pt x="375270" y="561039"/>
                </a:lnTo>
                <a:lnTo>
                  <a:pt x="0" y="561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66291" y="4334858"/>
            <a:ext cx="4629323" cy="2125398"/>
            <a:chOff x="0" y="0"/>
            <a:chExt cx="1360573" cy="6246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0573" cy="624661"/>
            </a:xfrm>
            <a:custGeom>
              <a:avLst/>
              <a:gdLst/>
              <a:ahLst/>
              <a:cxnLst/>
              <a:rect r="r" b="b" t="t" l="l"/>
              <a:pathLst>
                <a:path h="624661" w="1360573">
                  <a:moveTo>
                    <a:pt x="0" y="0"/>
                  </a:moveTo>
                  <a:lnTo>
                    <a:pt x="1360573" y="0"/>
                  </a:lnTo>
                  <a:lnTo>
                    <a:pt x="1360573" y="624661"/>
                  </a:lnTo>
                  <a:lnTo>
                    <a:pt x="0" y="624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60573" cy="67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044886" y="4334858"/>
            <a:ext cx="4629323" cy="2125398"/>
            <a:chOff x="0" y="0"/>
            <a:chExt cx="1360573" cy="6246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0573" cy="624661"/>
            </a:xfrm>
            <a:custGeom>
              <a:avLst/>
              <a:gdLst/>
              <a:ahLst/>
              <a:cxnLst/>
              <a:rect r="r" b="b" t="t" l="l"/>
              <a:pathLst>
                <a:path h="624661" w="1360573">
                  <a:moveTo>
                    <a:pt x="0" y="0"/>
                  </a:moveTo>
                  <a:lnTo>
                    <a:pt x="1360573" y="0"/>
                  </a:lnTo>
                  <a:lnTo>
                    <a:pt x="1360573" y="624661"/>
                  </a:lnTo>
                  <a:lnTo>
                    <a:pt x="0" y="624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60573" cy="67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6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561529" y="7136531"/>
          <a:ext cx="14112680" cy="877010"/>
        </p:xfrm>
        <a:graphic>
          <a:graphicData uri="http://schemas.openxmlformats.org/drawingml/2006/table">
            <a:tbl>
              <a:tblPr/>
              <a:tblGrid>
                <a:gridCol w="3528170"/>
                <a:gridCol w="3528170"/>
                <a:gridCol w="3528170"/>
                <a:gridCol w="3528170"/>
              </a:tblGrid>
              <a:tr h="746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항목을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항목을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항목을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항목을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12652" y="5107179"/>
            <a:ext cx="3891048" cy="6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5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12652" y="4688744"/>
            <a:ext cx="3309333" cy="35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  <a:spcBef>
                <a:spcPct val="0"/>
              </a:spcBef>
            </a:pPr>
            <a:r>
              <a:rPr lang="en-US" b="true" sz="211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</a:t>
            </a:r>
            <a:r>
              <a:rPr lang="en-US" b="true" sz="2110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을 입력하세요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91247" y="5107179"/>
            <a:ext cx="3891048" cy="6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5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91247" y="4688744"/>
            <a:ext cx="3309333" cy="35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  <a:spcBef>
                <a:spcPct val="0"/>
              </a:spcBef>
            </a:pPr>
            <a:r>
              <a:rPr lang="en-US" b="true" sz="211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</a:t>
            </a:r>
            <a:r>
              <a:rPr lang="en-US" b="true" sz="2110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을 입력하세요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470427" y="4206291"/>
            <a:ext cx="2294884" cy="229488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24"/>
                </a:lnSpc>
              </a:pPr>
              <a:r>
                <a:rPr lang="en-US" b="true" sz="2400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키워드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05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운영계획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21414" y="2780235"/>
            <a:ext cx="3198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74532" y="3407082"/>
            <a:ext cx="7291783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33651" y="3580130"/>
            <a:ext cx="4199652" cy="180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186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곳에 원하는 내용을 자유롭게 채워 넣으세요. 이 문장은 예시를 위한 더미 텍스트입니다. 이 곳에 원하는 내용을 자유롭게 채워 넣으세요.</a:t>
            </a:r>
            <a:r>
              <a:rPr lang="en-US" sz="186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이 곳에 원하는 내용을 자유롭게 채워 넣으세요.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682170" y="2890764"/>
            <a:ext cx="4975969" cy="5419159"/>
          </a:xfrm>
          <a:custGeom>
            <a:avLst/>
            <a:gdLst/>
            <a:ahLst/>
            <a:cxnLst/>
            <a:rect r="r" b="b" t="t" l="l"/>
            <a:pathLst>
              <a:path h="5419159" w="4975969">
                <a:moveTo>
                  <a:pt x="0" y="0"/>
                </a:moveTo>
                <a:lnTo>
                  <a:pt x="4975969" y="0"/>
                </a:lnTo>
                <a:lnTo>
                  <a:pt x="4975969" y="5419160"/>
                </a:lnTo>
                <a:lnTo>
                  <a:pt x="0" y="5419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984" t="0" r="-52984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933651" y="2824089"/>
            <a:ext cx="288577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제목을 입력해주세요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33651" y="6476012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33651" y="7113912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933651" y="7004375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933651" y="7642275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8933651" y="7751813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933651" y="8280176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06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489773" y="1062460"/>
            <a:ext cx="328238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결론 및 향후계획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017722" y="6043003"/>
            <a:ext cx="2580726" cy="2313269"/>
          </a:xfrm>
          <a:custGeom>
            <a:avLst/>
            <a:gdLst/>
            <a:ahLst/>
            <a:cxnLst/>
            <a:rect r="r" b="b" t="t" l="l"/>
            <a:pathLst>
              <a:path h="2313269" w="2580726">
                <a:moveTo>
                  <a:pt x="0" y="0"/>
                </a:moveTo>
                <a:lnTo>
                  <a:pt x="2580726" y="0"/>
                </a:lnTo>
                <a:lnTo>
                  <a:pt x="2580726" y="2313269"/>
                </a:lnTo>
                <a:lnTo>
                  <a:pt x="0" y="23132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99173" y="3576573"/>
            <a:ext cx="1504793" cy="46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6"/>
              </a:lnSpc>
              <a:spcBef>
                <a:spcPct val="0"/>
              </a:spcBef>
            </a:pPr>
            <a:r>
              <a:rPr lang="en-US" b="true" sz="2675" spc="-141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감사합니다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96127" y="2129574"/>
            <a:ext cx="2295746" cy="144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81"/>
              </a:lnSpc>
              <a:spcBef>
                <a:spcPct val="0"/>
              </a:spcBef>
            </a:pPr>
            <a:r>
              <a:rPr lang="en-US" b="true" sz="8486" spc="-44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Q&amp;A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546194" y="4624752"/>
            <a:ext cx="5195611" cy="964568"/>
            <a:chOff x="0" y="0"/>
            <a:chExt cx="2033180" cy="377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3180" cy="377461"/>
            </a:xfrm>
            <a:custGeom>
              <a:avLst/>
              <a:gdLst/>
              <a:ahLst/>
              <a:cxnLst/>
              <a:rect r="r" b="b" t="t" l="l"/>
              <a:pathLst>
                <a:path h="377461" w="2033180">
                  <a:moveTo>
                    <a:pt x="0" y="0"/>
                  </a:moveTo>
                  <a:lnTo>
                    <a:pt x="2033180" y="0"/>
                  </a:lnTo>
                  <a:lnTo>
                    <a:pt x="2033180" y="377461"/>
                  </a:lnTo>
                  <a:lnTo>
                    <a:pt x="0" y="3774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33180" cy="40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hello@reallygreatsite.com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46194" y="5805826"/>
            <a:ext cx="5195611" cy="964568"/>
            <a:chOff x="0" y="0"/>
            <a:chExt cx="2033180" cy="3774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3180" cy="377461"/>
            </a:xfrm>
            <a:custGeom>
              <a:avLst/>
              <a:gdLst/>
              <a:ahLst/>
              <a:cxnLst/>
              <a:rect r="r" b="b" t="t" l="l"/>
              <a:pathLst>
                <a:path h="377461" w="2033180">
                  <a:moveTo>
                    <a:pt x="0" y="0"/>
                  </a:moveTo>
                  <a:lnTo>
                    <a:pt x="2033180" y="0"/>
                  </a:lnTo>
                  <a:lnTo>
                    <a:pt x="2033180" y="377461"/>
                  </a:lnTo>
                  <a:lnTo>
                    <a:pt x="0" y="3774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033180" cy="40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www.reallygreatsite.com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46194" y="6982637"/>
            <a:ext cx="5195611" cy="964568"/>
            <a:chOff x="0" y="0"/>
            <a:chExt cx="2033180" cy="3774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3180" cy="377461"/>
            </a:xfrm>
            <a:custGeom>
              <a:avLst/>
              <a:gdLst/>
              <a:ahLst/>
              <a:cxnLst/>
              <a:rect r="r" b="b" t="t" l="l"/>
              <a:pathLst>
                <a:path h="377461" w="2033180">
                  <a:moveTo>
                    <a:pt x="0" y="0"/>
                  </a:moveTo>
                  <a:lnTo>
                    <a:pt x="2033180" y="0"/>
                  </a:lnTo>
                  <a:lnTo>
                    <a:pt x="2033180" y="377461"/>
                  </a:lnTo>
                  <a:lnTo>
                    <a:pt x="0" y="3774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033180" cy="40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123-456-7890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DAHCfrf1I-k</dc:identifier>
  <dcterms:modified xsi:type="dcterms:W3CDTF">2011-08-01T06:04:30Z</dcterms:modified>
  <cp:revision>1</cp:revision>
  <dc:title>파란색과 회색 심플한 웹 기획자 포트폴리오 이력서 자기소개 프레젠테이션</dc:title>
</cp:coreProperties>
</file>